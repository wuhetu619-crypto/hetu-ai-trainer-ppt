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Masters/slideMaster4.xml" ContentType="application/vnd.openxmlformats-officedocument.presentationml.slideMaster+xml"/>
  <Override PartName="/ppt/slideMasters/theme/theme5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6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c85096c44b48e6" /><Relationship Type="http://schemas.openxmlformats.org/officeDocument/2006/relationships/extended-properties" Target="/docProps/app.xml" Id="Rb90f86acfde64f21" /><Relationship Type="http://schemas.openxmlformats.org/officeDocument/2006/relationships/officeDocument" Target="/ppt/presentation.xml" Id="Rcbf7761ed9394c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4f2a6250a84dca"/>
    <p:sldMasterId xmlns:r="http://schemas.openxmlformats.org/officeDocument/2006/relationships" id="2147483660" r:id="R3e4bdd2755584d43"/>
    <p:sldMasterId xmlns:r="http://schemas.openxmlformats.org/officeDocument/2006/relationships" id="2147483666" r:id="R6ca5b160254544ba"/>
    <p:sldMasterId xmlns:r="http://schemas.openxmlformats.org/officeDocument/2006/relationships" id="2147483678" r:id="R67f7327da51c4831"/>
  </p:sldMasterIdLst>
  <p:notesMasterIdLst>
    <p:notesMasterId xmlns:r="http://schemas.openxmlformats.org/officeDocument/2006/relationships" r:id="R61852a5a1f50434f"/>
  </p:notesMasterIdLst>
  <p:sldIdLst>
    <p:sldId xmlns:r="http://schemas.openxmlformats.org/officeDocument/2006/relationships" id="256" r:id="Rc8e08a79bf02432c"/>
  </p:sldIdLst>
  <p:sldSz cx="12192000" cy="68580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L="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L="4572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L="9144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L="13716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L="18288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L="22860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L="27432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L="32004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L="3657600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e01ed4f6c64508" /><Relationship Type="http://schemas.openxmlformats.org/officeDocument/2006/relationships/slideMaster" Target="/ppt/slideMasters/slideMaster1.xml" Id="R5f4f2a6250a84dca" /><Relationship Type="http://schemas.openxmlformats.org/officeDocument/2006/relationships/slideMaster" Target="/ppt/slideMasters/slideMaster2.xml" Id="R3e4bdd2755584d43" /><Relationship Type="http://schemas.openxmlformats.org/officeDocument/2006/relationships/slideMaster" Target="/ppt/slideMasters/slideMaster3.xml" Id="R6ca5b160254544ba" /><Relationship Type="http://schemas.openxmlformats.org/officeDocument/2006/relationships/slideMaster" Target="/ppt/slideMasters/slideMaster4.xml" Id="R67f7327da51c4831" /><Relationship Type="http://schemas.openxmlformats.org/officeDocument/2006/relationships/notesMaster" Target="/ppt/notesMasters/notesMaster1.xml" Id="R61852a5a1f50434f" /><Relationship Type="http://schemas.openxmlformats.org/officeDocument/2006/relationships/presProps" Target="/ppt/presProps.xml" Id="R33c2edd64f714321" /><Relationship Type="http://schemas.openxmlformats.org/officeDocument/2006/relationships/viewProps" Target="/ppt/viewProps.xml" Id="R9e4b4eb4fce64f5c" /><Relationship Type="http://schemas.openxmlformats.org/officeDocument/2006/relationships/tableStyles" Target="/ppt/tableStyles.xml" Id="Rb574892dadc74f76" /><Relationship Type="http://schemas.openxmlformats.org/officeDocument/2006/relationships/slide" Target="/ppt/slides/slide1.xml" Id="Rc8e08a79bf0243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6.xml" Id="R45ea069cf33b47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6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8e539a7c134272" /><Relationship Type="http://schemas.openxmlformats.org/officeDocument/2006/relationships/notesMaster" Target="/ppt/notesMasters/notesMaster1.xml" Id="R6415a9ff784349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开场可询问学员：哪些工作依赖你的经验？如果把经验中的判断依据、步骤和检查标准写清楚，哪些环节可以交给 AI 辅助完成？</a:t>
            </a:r>
            <a:endParaRPr sz="12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背景插画：AI 生成。画面用经验笔记与方法卡片连接结构化流程及文档、图表和演示成果，表达本课程主题。</a:t>
            </a:r>
            <a:endParaRPr sz="12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2c015b5be54e7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6fbaafe9134a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2e3780dbf545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61d13eac048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9f9d2af89f46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4b13d8b254fa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6c3ded9bc2434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e9986c277e49e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d3a661d0bf43a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bbbe9f686f4a6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3e897bcd141e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dc532a26eb648f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0c08fadc7da4ebe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729ef026b2d4ff1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0671e540317428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77acc77e2b44b83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34b8a2d257354d04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31dec092cf6c468b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6bc7c044f02f406c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60656dcddf164f97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5c2f2d634c914cd4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ccafeaed63b54077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db248e1b0e1e47a1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27a2dc9850fe42e2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a52a8cb164a3457e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274574efe1734f05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9e3a1667611a4127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fb54024fd7d444b9" /><Relationship Type="http://schemas.openxmlformats.org/officeDocument/2006/relationships/image" Target="/ppt/media/image2.png" Id="R2fb3a4f0d7c540aa" /></Relationships>
</file>

<file path=ppt/slideLayouts/slideLayout1.xml><?xml version="1.0" encoding="utf-8"?>
<p:sldLayout xmlns:p="http://schemas.openxmlformats.org/presentationml/2006/main" matchingName="标题幻灯片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hape 30">
            <a:extLst xmlns:a="http://schemas.openxmlformats.org/drawingml/2006/main">
              <a:ext uri="{FF2B5EF4-FFF2-40B4-BE49-F238E27FC236}">
                <a16:creationId xmlns:a16="http://schemas.microsoft.com/office/drawing/2014/main" id="{E3BC3428-DA39-4508-AC21-D532058981B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841772"/>
            <a:ext cx="685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13" name="Shape 31">
            <a:extLst xmlns:a="http://schemas.openxmlformats.org/drawingml/2006/main">
              <a:ext uri="{FF2B5EF4-FFF2-40B4-BE49-F238E27FC236}">
                <a16:creationId xmlns:a16="http://schemas.microsoft.com/office/drawing/2014/main" id="{A765DC7E-48ED-424F-8053-5D7EE5EDE33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2701528"/>
            <a:ext cx="6858000" cy="12418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 xmlns:a="http://schemas.openxmlformats.org/drawingml/2006/main"/>
        </p:txBody>
      </p:sp>
      <p:sp>
        <p:nvSpPr>
          <p:cNvPr id="14" name="Shape 32">
            <a:extLst xmlns:a="http://schemas.openxmlformats.org/drawingml/2006/main">
              <a:ext uri="{FF2B5EF4-FFF2-40B4-BE49-F238E27FC236}">
                <a16:creationId xmlns:a16="http://schemas.microsoft.com/office/drawing/2014/main" id="{F3CC8B00-1A4C-4F99-ABD3-64E1C3F7C3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15" name="Shape 33">
            <a:extLst xmlns:a="http://schemas.openxmlformats.org/drawingml/2006/main">
              <a:ext uri="{FF2B5EF4-FFF2-40B4-BE49-F238E27FC236}">
                <a16:creationId xmlns:a16="http://schemas.microsoft.com/office/drawing/2014/main" id="{B343F9E2-7C1B-4D83-8C60-E8307E1ED2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16" name="Shape 34">
            <a:extLst xmlns:a="http://schemas.openxmlformats.org/drawingml/2006/main">
              <a:ext uri="{FF2B5EF4-FFF2-40B4-BE49-F238E27FC236}">
                <a16:creationId xmlns:a16="http://schemas.microsoft.com/office/drawing/2014/main" id="{42D6A050-C2D0-47D0-A1FF-0B84B7B330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标题和内容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hape 54">
            <a:extLst xmlns:a="http://schemas.openxmlformats.org/drawingml/2006/main">
              <a:ext uri="{FF2B5EF4-FFF2-40B4-BE49-F238E27FC236}">
                <a16:creationId xmlns:a16="http://schemas.microsoft.com/office/drawing/2014/main" id="{7B0B1749-A091-4772-BB26-C15619437A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Shape 55">
            <a:extLst xmlns:a="http://schemas.openxmlformats.org/drawingml/2006/main">
              <a:ext uri="{FF2B5EF4-FFF2-40B4-BE49-F238E27FC236}">
                <a16:creationId xmlns:a16="http://schemas.microsoft.com/office/drawing/2014/main" id="{0FE94E02-FD71-4133-8A3D-94EBE0610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369219"/>
            <a:ext cx="78867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0" name="Shape 56">
            <a:extLst xmlns:a="http://schemas.openxmlformats.org/drawingml/2006/main">
              <a:ext uri="{FF2B5EF4-FFF2-40B4-BE49-F238E27FC236}">
                <a16:creationId xmlns:a16="http://schemas.microsoft.com/office/drawing/2014/main" id="{D288C957-FFC6-4106-9F35-866C0F3985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21" name="Shape 57">
            <a:extLst xmlns:a="http://schemas.openxmlformats.org/drawingml/2006/main">
              <a:ext uri="{FF2B5EF4-FFF2-40B4-BE49-F238E27FC236}">
                <a16:creationId xmlns:a16="http://schemas.microsoft.com/office/drawing/2014/main" id="{2A9053F5-1DB0-4FAD-9F63-CD5BC1A7FF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Shape 58">
            <a:extLst xmlns:a="http://schemas.openxmlformats.org/drawingml/2006/main">
              <a:ext uri="{FF2B5EF4-FFF2-40B4-BE49-F238E27FC236}">
                <a16:creationId xmlns:a16="http://schemas.microsoft.com/office/drawing/2014/main" id="{85C4C996-24E3-4477-9A2D-B85C8CC88E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节标题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hape 59">
            <a:extLst xmlns:a="http://schemas.openxmlformats.org/drawingml/2006/main">
              <a:ext uri="{FF2B5EF4-FFF2-40B4-BE49-F238E27FC236}">
                <a16:creationId xmlns:a16="http://schemas.microsoft.com/office/drawing/2014/main" id="{5FD82CBE-6E3D-4EC8-B1A5-0031E28270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282304"/>
            <a:ext cx="7886700" cy="213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Shape 60">
            <a:extLst xmlns:a="http://schemas.openxmlformats.org/drawingml/2006/main">
              <a:ext uri="{FF2B5EF4-FFF2-40B4-BE49-F238E27FC236}">
                <a16:creationId xmlns:a16="http://schemas.microsoft.com/office/drawing/2014/main" id="{C51C1B06-50F3-4C37-B3BA-4E1F9D4C58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3442097"/>
            <a:ext cx="7886700" cy="1125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6" name="Shape 61">
            <a:extLst xmlns:a="http://schemas.openxmlformats.org/drawingml/2006/main">
              <a:ext uri="{FF2B5EF4-FFF2-40B4-BE49-F238E27FC236}">
                <a16:creationId xmlns:a16="http://schemas.microsoft.com/office/drawing/2014/main" id="{CAB83D43-0CBC-446D-B749-203CF0EB3B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Shape 62">
            <a:extLst xmlns:a="http://schemas.openxmlformats.org/drawingml/2006/main">
              <a:ext uri="{FF2B5EF4-FFF2-40B4-BE49-F238E27FC236}">
                <a16:creationId xmlns:a16="http://schemas.microsoft.com/office/drawing/2014/main" id="{1B42CC66-0CC9-4BC8-B18D-9C0092D345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28" name="Shape 63">
            <a:extLst xmlns:a="http://schemas.openxmlformats.org/drawingml/2006/main">
              <a:ext uri="{FF2B5EF4-FFF2-40B4-BE49-F238E27FC236}">
                <a16:creationId xmlns:a16="http://schemas.microsoft.com/office/drawing/2014/main" id="{C2EF41DA-2145-4D7C-A88B-7C0696DED3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两栏内容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hape 9">
            <a:extLst xmlns:a="http://schemas.openxmlformats.org/drawingml/2006/main">
              <a:ext uri="{FF2B5EF4-FFF2-40B4-BE49-F238E27FC236}">
                <a16:creationId xmlns:a16="http://schemas.microsoft.com/office/drawing/2014/main" id="{F0317F74-FAED-415E-B4F4-DE0E7D7E46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Shape 10">
            <a:extLst xmlns:a="http://schemas.openxmlformats.org/drawingml/2006/main">
              <a:ext uri="{FF2B5EF4-FFF2-40B4-BE49-F238E27FC236}">
                <a16:creationId xmlns:a16="http://schemas.microsoft.com/office/drawing/2014/main" id="{E23F846B-093B-4E44-ABDA-816445E270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369219"/>
            <a:ext cx="38862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2" name="Shape 11">
            <a:extLst xmlns:a="http://schemas.openxmlformats.org/drawingml/2006/main">
              <a:ext uri="{FF2B5EF4-FFF2-40B4-BE49-F238E27FC236}">
                <a16:creationId xmlns:a16="http://schemas.microsoft.com/office/drawing/2014/main" id="{9AA3844D-BB1E-48D4-BE75-C91500D96D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29150" y="1369219"/>
            <a:ext cx="38862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3" name="Shape 12">
            <a:extLst xmlns:a="http://schemas.openxmlformats.org/drawingml/2006/main">
              <a:ext uri="{FF2B5EF4-FFF2-40B4-BE49-F238E27FC236}">
                <a16:creationId xmlns:a16="http://schemas.microsoft.com/office/drawing/2014/main" id="{2DE8C7ED-3957-4AD9-8871-91AB76FB551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34" name="Shape 13">
            <a:extLst xmlns:a="http://schemas.openxmlformats.org/drawingml/2006/main">
              <a:ext uri="{FF2B5EF4-FFF2-40B4-BE49-F238E27FC236}">
                <a16:creationId xmlns:a16="http://schemas.microsoft.com/office/drawing/2014/main" id="{C76BF704-AB8A-428F-9C62-CF77CFD8C6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Shape 14">
            <a:extLst xmlns:a="http://schemas.openxmlformats.org/drawingml/2006/main">
              <a:ext uri="{FF2B5EF4-FFF2-40B4-BE49-F238E27FC236}">
                <a16:creationId xmlns:a16="http://schemas.microsoft.com/office/drawing/2014/main" id="{3A338BFA-90CB-4119-A24F-6B3931C14D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比较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DC748ACE-246C-469D-83A2-18C3A41A15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AFC25180-33DC-4B93-A310-1D3F07A422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1" y="1260872"/>
            <a:ext cx="3868340" cy="617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 xmlns:a="http://schemas.openxmlformats.org/drawingml/2006/main"/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EC201E8A-E6BD-438D-9C29-03956A32D1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1878806"/>
            <a:ext cx="3868340" cy="2763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A321D123-5A02-4A44-A1E4-CFF93FAE692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260872"/>
            <a:ext cx="3887391" cy="617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 xmlns:a="http://schemas.openxmlformats.org/drawingml/2006/main"/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D07691D2-967D-4279-AC91-C5D09FF558A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629150" y="1878806"/>
            <a:ext cx="3887391" cy="2763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793CEEBC-EB2D-45B8-AA13-5204D7FAA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29DE3DEE-446B-4F7E-BD18-5BD7430C43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ABD003E5-A6E6-49D6-B8E2-B39111E155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仅标题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Shape 20">
            <a:extLst xmlns:a="http://schemas.openxmlformats.org/drawingml/2006/main">
              <a:ext uri="{FF2B5EF4-FFF2-40B4-BE49-F238E27FC236}">
                <a16:creationId xmlns:a16="http://schemas.microsoft.com/office/drawing/2014/main" id="{692036B4-741C-407A-A965-8CA5F53F5F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Shape 21">
            <a:extLst xmlns:a="http://schemas.openxmlformats.org/drawingml/2006/main">
              <a:ext uri="{FF2B5EF4-FFF2-40B4-BE49-F238E27FC236}">
                <a16:creationId xmlns:a16="http://schemas.microsoft.com/office/drawing/2014/main" id="{9C8A5824-63C5-412E-96AB-A46878A13F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Shape 22">
            <a:extLst xmlns:a="http://schemas.openxmlformats.org/drawingml/2006/main">
              <a:ext uri="{FF2B5EF4-FFF2-40B4-BE49-F238E27FC236}">
                <a16:creationId xmlns:a16="http://schemas.microsoft.com/office/drawing/2014/main" id="{55E4FD28-5B06-46EC-9C81-1313B2F67F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49" name="Shape 23">
            <a:extLst xmlns:a="http://schemas.openxmlformats.org/drawingml/2006/main">
              <a:ext uri="{FF2B5EF4-FFF2-40B4-BE49-F238E27FC236}">
                <a16:creationId xmlns:a16="http://schemas.microsoft.com/office/drawing/2014/main" id="{AC2F4FAD-BC9C-4819-929A-F5EBA0833B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空白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Shape 6">
            <a:extLst xmlns:a="http://schemas.openxmlformats.org/drawingml/2006/main">
              <a:ext uri="{FF2B5EF4-FFF2-40B4-BE49-F238E27FC236}">
                <a16:creationId xmlns:a16="http://schemas.microsoft.com/office/drawing/2014/main" id="{6948786B-27BD-4C97-852C-344F1E853F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Shape 7">
            <a:extLst xmlns:a="http://schemas.openxmlformats.org/drawingml/2006/main">
              <a:ext uri="{FF2B5EF4-FFF2-40B4-BE49-F238E27FC236}">
                <a16:creationId xmlns:a16="http://schemas.microsoft.com/office/drawing/2014/main" id="{CD4E4ADB-3FA5-42C9-B60E-7B18A942D9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Shape 8">
            <a:extLst xmlns:a="http://schemas.openxmlformats.org/drawingml/2006/main">
              <a:ext uri="{FF2B5EF4-FFF2-40B4-BE49-F238E27FC236}">
                <a16:creationId xmlns:a16="http://schemas.microsoft.com/office/drawing/2014/main" id="{7A22F093-68E7-4D28-ABFF-71628383DE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内容与标题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Shape 43">
            <a:extLst xmlns:a="http://schemas.openxmlformats.org/drawingml/2006/main">
              <a:ext uri="{FF2B5EF4-FFF2-40B4-BE49-F238E27FC236}">
                <a16:creationId xmlns:a16="http://schemas.microsoft.com/office/drawing/2014/main" id="{8CE53AFB-6C93-489B-8B20-B7D339F669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42900"/>
            <a:ext cx="2949178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Shape 44">
            <a:extLst xmlns:a="http://schemas.openxmlformats.org/drawingml/2006/main">
              <a:ext uri="{FF2B5EF4-FFF2-40B4-BE49-F238E27FC236}">
                <a16:creationId xmlns:a16="http://schemas.microsoft.com/office/drawing/2014/main" id="{68F73CC3-7CA6-44F5-B85E-6074E9F8E9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887391" y="740569"/>
            <a:ext cx="4629150" cy="3655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 xmlns:a="http://schemas.openxmlformats.org/drawingml/2006/main"/>
        </p:txBody>
      </p:sp>
      <p:sp>
        <p:nvSpPr>
          <p:cNvPr id="57" name="Shape 45">
            <a:extLst xmlns:a="http://schemas.openxmlformats.org/drawingml/2006/main">
              <a:ext uri="{FF2B5EF4-FFF2-40B4-BE49-F238E27FC236}">
                <a16:creationId xmlns:a16="http://schemas.microsoft.com/office/drawing/2014/main" id="{BD5EA313-AB23-42E5-9FCC-D7170E3803C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1543050"/>
            <a:ext cx="2949178" cy="2858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 xmlns:a="http://schemas.openxmlformats.org/drawingml/2006/main"/>
        </p:txBody>
      </p:sp>
      <p:sp>
        <p:nvSpPr>
          <p:cNvPr id="58" name="Shape 46">
            <a:extLst xmlns:a="http://schemas.openxmlformats.org/drawingml/2006/main">
              <a:ext uri="{FF2B5EF4-FFF2-40B4-BE49-F238E27FC236}">
                <a16:creationId xmlns:a16="http://schemas.microsoft.com/office/drawing/2014/main" id="{3D0DD495-BF26-4DAE-B134-646E9704B3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59" name="Shape 47">
            <a:extLst xmlns:a="http://schemas.openxmlformats.org/drawingml/2006/main">
              <a:ext uri="{FF2B5EF4-FFF2-40B4-BE49-F238E27FC236}">
                <a16:creationId xmlns:a16="http://schemas.microsoft.com/office/drawing/2014/main" id="{75D53FD9-5201-4B23-8CB6-D0EA000302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Shape 48">
            <a:extLst xmlns:a="http://schemas.openxmlformats.org/drawingml/2006/main">
              <a:ext uri="{FF2B5EF4-FFF2-40B4-BE49-F238E27FC236}">
                <a16:creationId xmlns:a16="http://schemas.microsoft.com/office/drawing/2014/main" id="{C8BEBE73-5B69-494E-9D23-ED24F1C401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图片与标题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Shape 24">
            <a:extLst xmlns:a="http://schemas.openxmlformats.org/drawingml/2006/main">
              <a:ext uri="{FF2B5EF4-FFF2-40B4-BE49-F238E27FC236}">
                <a16:creationId xmlns:a16="http://schemas.microsoft.com/office/drawing/2014/main" id="{D1E5DA80-B172-4008-9631-8456781BC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42900"/>
            <a:ext cx="2949178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Shape 25">
            <a:extLst xmlns:a="http://schemas.openxmlformats.org/drawingml/2006/main">
              <a:ext uri="{FF2B5EF4-FFF2-40B4-BE49-F238E27FC236}">
                <a16:creationId xmlns:a16="http://schemas.microsoft.com/office/drawing/2014/main" id="{A8FFE556-D6C4-41B3-BE60-49AECE3D5D5B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3887391" y="740569"/>
            <a:ext cx="4629150" cy="3655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4" name="Shape 26">
            <a:extLst xmlns:a="http://schemas.openxmlformats.org/drawingml/2006/main">
              <a:ext uri="{FF2B5EF4-FFF2-40B4-BE49-F238E27FC236}">
                <a16:creationId xmlns:a16="http://schemas.microsoft.com/office/drawing/2014/main" id="{2351824B-95D7-45B7-BA1F-C3BFEF32F9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1" y="1543050"/>
            <a:ext cx="2949178" cy="2858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 xmlns:a="http://schemas.openxmlformats.org/drawingml/2006/main"/>
        </p:txBody>
      </p:sp>
      <p:sp>
        <p:nvSpPr>
          <p:cNvPr id="65" name="Shape 27">
            <a:extLst xmlns:a="http://schemas.openxmlformats.org/drawingml/2006/main">
              <a:ext uri="{FF2B5EF4-FFF2-40B4-BE49-F238E27FC236}">
                <a16:creationId xmlns:a16="http://schemas.microsoft.com/office/drawing/2014/main" id="{658533A0-2638-4359-8A73-0F7A7FC4F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66" name="Shape 28">
            <a:extLst xmlns:a="http://schemas.openxmlformats.org/drawingml/2006/main">
              <a:ext uri="{FF2B5EF4-FFF2-40B4-BE49-F238E27FC236}">
                <a16:creationId xmlns:a16="http://schemas.microsoft.com/office/drawing/2014/main" id="{3D065D95-05E5-414A-93F9-1A574450E2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Shape 29">
            <a:extLst xmlns:a="http://schemas.openxmlformats.org/drawingml/2006/main">
              <a:ext uri="{FF2B5EF4-FFF2-40B4-BE49-F238E27FC236}">
                <a16:creationId xmlns:a16="http://schemas.microsoft.com/office/drawing/2014/main" id="{81645ACA-5E3D-4FF0-ADB9-DE8B91CF18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标题和竖排文字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Shape 49">
            <a:extLst xmlns:a="http://schemas.openxmlformats.org/drawingml/2006/main">
              <a:ext uri="{FF2B5EF4-FFF2-40B4-BE49-F238E27FC236}">
                <a16:creationId xmlns:a16="http://schemas.microsoft.com/office/drawing/2014/main" id="{75ABD8D3-E11F-443E-BBF2-00765F2EC1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Shape 50">
            <a:extLst xmlns:a="http://schemas.openxmlformats.org/drawingml/2006/main">
              <a:ext uri="{FF2B5EF4-FFF2-40B4-BE49-F238E27FC236}">
                <a16:creationId xmlns:a16="http://schemas.microsoft.com/office/drawing/2014/main" id="{DA09D534-C9BC-46D1-83F1-DC03F23640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940248" y="-942379"/>
            <a:ext cx="3263504" cy="788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1" name="Shape 51">
            <a:extLst xmlns:a="http://schemas.openxmlformats.org/drawingml/2006/main">
              <a:ext uri="{FF2B5EF4-FFF2-40B4-BE49-F238E27FC236}">
                <a16:creationId xmlns:a16="http://schemas.microsoft.com/office/drawing/2014/main" id="{FE53EF1E-3A70-4134-B306-82B61FD2C3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72" name="Shape 52">
            <a:extLst xmlns:a="http://schemas.openxmlformats.org/drawingml/2006/main">
              <a:ext uri="{FF2B5EF4-FFF2-40B4-BE49-F238E27FC236}">
                <a16:creationId xmlns:a16="http://schemas.microsoft.com/office/drawing/2014/main" id="{65D51D35-0B92-4653-8EBC-EA438CAFA9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Shape 53">
            <a:extLst xmlns:a="http://schemas.openxmlformats.org/drawingml/2006/main">
              <a:ext uri="{FF2B5EF4-FFF2-40B4-BE49-F238E27FC236}">
                <a16:creationId xmlns:a16="http://schemas.microsoft.com/office/drawing/2014/main" id="{0AFD9324-8044-4FFA-89B7-45926D46D8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竖排标题与文本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Shape 15">
            <a:extLst xmlns:a="http://schemas.openxmlformats.org/drawingml/2006/main">
              <a:ext uri="{FF2B5EF4-FFF2-40B4-BE49-F238E27FC236}">
                <a16:creationId xmlns:a16="http://schemas.microsoft.com/office/drawing/2014/main" id="{2736F74F-1E2E-4499-A41E-F61E147CA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5350073" y="1467445"/>
            <a:ext cx="4358879" cy="1971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Shape 16">
            <a:extLst xmlns:a="http://schemas.openxmlformats.org/drawingml/2006/main">
              <a:ext uri="{FF2B5EF4-FFF2-40B4-BE49-F238E27FC236}">
                <a16:creationId xmlns:a16="http://schemas.microsoft.com/office/drawing/2014/main" id="{97D04657-4B7E-482D-A495-B3C860CBA0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349573" y="-447080"/>
            <a:ext cx="4358879" cy="580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7" name="Shape 17">
            <a:extLst xmlns:a="http://schemas.openxmlformats.org/drawingml/2006/main">
              <a:ext uri="{FF2B5EF4-FFF2-40B4-BE49-F238E27FC236}">
                <a16:creationId xmlns:a16="http://schemas.microsoft.com/office/drawing/2014/main" id="{ADF3F6AD-78F2-4E68-89FA-EA10C99587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78" name="Shape 18">
            <a:extLst xmlns:a="http://schemas.openxmlformats.org/drawingml/2006/main">
              <a:ext uri="{FF2B5EF4-FFF2-40B4-BE49-F238E27FC236}">
                <a16:creationId xmlns:a16="http://schemas.microsoft.com/office/drawing/2014/main" id="{98820EDD-B9D2-42DA-91D1-34FD4D2A32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 xmlns:a="http://schemas.openxmlformats.org/drawingml/2006/main"/>
        </p:txBody>
      </p:sp>
      <p:sp>
        <p:nvSpPr>
          <p:cNvPr id="79" name="Shape 19">
            <a:extLst xmlns:a="http://schemas.openxmlformats.org/drawingml/2006/main">
              <a:ext uri="{FF2B5EF4-FFF2-40B4-BE49-F238E27FC236}">
                <a16:creationId xmlns:a16="http://schemas.microsoft.com/office/drawing/2014/main" id="{AE05710A-462A-4A96-BD57-D92DAC57C1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title" preserve="1">
  <p:cSld name="DEFAULT">
    <p:bg>
      <p:bgPr>
        <a:solidFill xmlns:a="http://schemas.openxmlformats.org/drawingml/2006/main"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type="title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4CFAF123-B672-476D-924A-D9B3DC35E884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95960" y="3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等线 Light"/>
                <a:ea typeface="等线 Light"/>
                <a:cs typeface="等线 Light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4400" b="0" i="0" u="none" strike="noStrike">
                <a:solidFill>
                  <a:srgbClr val="000000"/>
                </a:solidFill>
                <a:latin typeface="等线 Light"/>
                <a:ea typeface="等线 Light"/>
                <a:cs typeface="等线 Light"/>
              </a:rPr>
              <a:t>单击此处编辑母版标题样式</a:t>
            </a:r>
            <a:endParaRPr sz="4400" b="0" i="0" u="none" strike="noStrike">
              <a:solidFill>
                <a:srgbClr val="000000"/>
              </a:solidFill>
              <a:latin typeface="等线 Light"/>
              <a:ea typeface="等线 Light"/>
              <a:cs typeface="等线 Light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F3BFD446-D007-4692-96EB-0BE1573810D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95960" y="1301749"/>
            <a:ext cx="108000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rmAutofit/>
          </a:bodyPr>
          <a:lstStyle xmlns:a="http://schemas.openxmlformats.org/drawingml/2006/main">
            <a:lvl1pPr marL="749300" indent="-406400" algn="l">
              <a:lnSpc>
                <a:spcPct val="100000"/>
              </a:lnSpc>
              <a:buNone/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等线"/>
                <a:ea typeface="等线"/>
                <a:cs typeface="等线"/>
              </a:defRPr>
            </a:lvl1pPr>
            <a:lvl2pPr marL="1098550" indent="-355600">
              <a:buNone/>
              <a:defRPr/>
            </a:lvl2pPr>
            <a:lvl3pPr marL="1447800" indent="-304800">
              <a:buNone/>
              <a:defRPr/>
            </a:lvl3pPr>
            <a:lvl4pPr marL="1854200" indent="-254000">
              <a:buNone/>
              <a:defRPr/>
            </a:lvl4pPr>
            <a:lvl5pPr marL="2311400" indent="-254000">
              <a:buNone/>
              <a:defRPr/>
            </a:lvl5pPr>
            <a:lvl6pPr marL="2768600" indent="-254000">
              <a:buNone/>
              <a:defRPr/>
            </a:lvl6pPr>
            <a:lvl7pPr marL="3225800" indent="-254000">
              <a:buNone/>
              <a:defRPr/>
            </a:lvl7pPr>
            <a:lvl8pPr marL="3683000" indent="-254000">
              <a:buNone/>
              <a:defRPr/>
            </a:lvl8pPr>
            <a:lvl9pPr marL="4140200" indent="-254000">
              <a:buNone/>
              <a:defRPr/>
            </a:lvl9pPr>
          </a:lstStyle>
          <a:p xmlns:a="http://schemas.openxmlformats.org/drawingml/2006/main">
            <a:pPr marL="342900" indent="-342900" algn="l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sz="3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</a:rPr>
              <a:t>单击此处编辑母版文本样式</a:t>
            </a:r>
            <a:endParaRPr sz="3200" b="0" i="0" u="none" strike="noStrike">
              <a:solidFill>
                <a:srgbClr val="000000"/>
              </a:solidFill>
              <a:latin typeface="等线"/>
              <a:ea typeface="等线"/>
              <a:cs typeface="等线"/>
            </a:endParaRPr>
          </a:p>
          <a:p xmlns:a="http://schemas.openxmlformats.org/drawingml/2006/main">
            <a:pPr marL="742950" lvl="1" indent="-285750" algn="l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sz="2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</a:rPr>
              <a:t>第二级</a:t>
            </a:r>
            <a:endParaRPr sz="2800" b="0" i="0" u="none" strike="noStrike">
              <a:solidFill>
                <a:srgbClr val="000000"/>
              </a:solidFill>
              <a:latin typeface="等线"/>
              <a:ea typeface="等线"/>
              <a:cs typeface="等线"/>
            </a:endParaRPr>
          </a:p>
          <a:p xmlns:a="http://schemas.openxmlformats.org/drawingml/2006/main">
            <a:pPr marL="1143000" lvl="2" indent="-228600" algn="l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sz="24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</a:rPr>
              <a:t>第三级</a:t>
            </a:r>
            <a:endParaRPr sz="2400" b="0" i="0" u="none" strike="noStrike">
              <a:solidFill>
                <a:srgbClr val="000000"/>
              </a:solidFill>
              <a:latin typeface="等线"/>
              <a:ea typeface="等线"/>
              <a:cs typeface="等线"/>
            </a:endParaRPr>
          </a:p>
          <a:p xmlns:a="http://schemas.openxmlformats.org/drawingml/2006/main">
            <a:pPr marL="1600200" lvl="3" indent="-228600" algn="l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sz="20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</a:rPr>
              <a:t>第四级</a:t>
            </a:r>
            <a:endParaRPr sz="2000" b="0" i="0" u="none" strike="noStrike">
              <a:solidFill>
                <a:srgbClr val="000000"/>
              </a:solidFill>
              <a:latin typeface="等线"/>
              <a:ea typeface="等线"/>
              <a:cs typeface="等线"/>
            </a:endParaRPr>
          </a:p>
          <a:p xmlns:a="http://schemas.openxmlformats.org/drawingml/2006/main">
            <a:pPr marL="2057400" lvl="4" indent="-228600" algn="l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sz="20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</a:rPr>
              <a:t>第五级</a:t>
            </a:r>
            <a:endParaRPr sz="2000" b="0" i="0" u="none" strike="noStrike">
              <a:solidFill>
                <a:srgbClr val="000000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3521687C-0BE1-4DCD-A187-CF0F705F9857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9596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Click to add text</a:t>
            </a:r>
            <a:endParaRPr sz="1800" b="0" i="0" u="none" strike="noStrik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42067571-6716-42F1-978A-9C6E3BBBBF11}"/>
              </a:ext>
            </a:extLst>
          </p:cNvPr>
          <p:cNvSpPr>
            <a:spLocks xmlns:a="http://schemas.openxmlformats.org/drawingml/2006/main" noGrp="1"/>
          </p:cNvSpPr>
          <p:nvPr>
            <p:ph type="body" idx="4" hasCustomPrompt="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1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Footer</a:t>
            </a:r>
            <a:endParaRPr sz="1800" b="0" i="0" u="none" strike="noStrik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79CCB0E1-4AA9-4755-8E33-3BED280AE8F6}"/>
              </a:ext>
            </a:extLst>
          </p:cNvPr>
          <p:cNvSpPr>
            <a:spLocks xmlns:a="http://schemas.openxmlformats.org/drawingml/2006/main" noGrp="1"/>
          </p:cNvSpPr>
          <p:nvPr>
            <p:ph type="body" idx="5" hasCustomPrompt="1"/>
          </p:nvPr>
        </p:nvSpPr>
        <p:spPr>
          <a:xfrm xmlns:a="http://schemas.openxmlformats.org/drawingml/2006/main">
            <a:off x="8753983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1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endParaRPr sz="1800" b="0" i="0" u="none" strike="noStrik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14.xml><?xml version="1.0" encoding="utf-8"?>
<p:sldLayout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5.xml><?xml version="1.0" encoding="utf-8"?>
<p:sldLayout xmlns:p="http://schemas.openxmlformats.org/presentationml/2006/main" type="title" preserve="1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6.xml><?xml version="1.0" encoding="utf-8"?>
<p:sldLayout xmlns:p="http://schemas.openxmlformats.org/presentationml/2006/main" type="title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ADE7B9CA-96D6-4754-82F3-6EAF1207B815}"/>
              </a:ext>
            </a:extLst>
          </p:cNvPr>
          <p:cNvSpPr>
            <a:spLocks xmlns:a="http://schemas.openxmlformats.org/drawingml/2006/main" noGrp="1"/>
          </p:cNvSpPr>
          <p:nvPr>
            <p:ph type="body" idx="6" hasCustomPrompt="1"/>
          </p:nvPr>
        </p:nvSpPr>
        <p:spPr>
          <a:xfrm xmlns:a="http://schemas.openxmlformats.org/drawingml/2006/main">
            <a:off x="695960" y="3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等线 Light"/>
                <a:ea typeface="等线 Light"/>
                <a:cs typeface="等线 Light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4400" b="0" i="0" u="none" strike="noStrike">
                <a:solidFill>
                  <a:srgbClr val="000000"/>
                </a:solidFill>
                <a:latin typeface="等线 Light"/>
                <a:ea typeface="等线 Light"/>
                <a:cs typeface="等线 Light"/>
              </a:rPr>
              <a:t>单击此处编辑母版标题样式</a:t>
            </a:r>
            <a:endParaRPr sz="4400" b="0" i="0" u="none" strike="noStrike">
              <a:solidFill>
                <a:srgbClr val="000000"/>
              </a:solidFill>
              <a:latin typeface="等线 Light"/>
              <a:ea typeface="等线 Light"/>
              <a:cs typeface="等线 Light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2B615C02-BB12-45F3-BFF8-30B1A4903396}"/>
              </a:ext>
            </a:extLst>
          </p:cNvPr>
          <p:cNvSpPr>
            <a:spLocks xmlns:a="http://schemas.openxmlformats.org/drawingml/2006/main" noGrp="1"/>
          </p:cNvSpPr>
          <p:nvPr>
            <p:ph type="body" idx="7" hasCustomPrompt="1"/>
          </p:nvPr>
        </p:nvSpPr>
        <p:spPr>
          <a:xfrm xmlns:a="http://schemas.openxmlformats.org/drawingml/2006/main">
            <a:off x="69596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Click to add text</a:t>
            </a:r>
            <a:endParaRPr sz="1800" b="0" i="0" u="none" strike="noStrik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20FB317A-26C8-426C-A71E-6A2630082357}"/>
              </a:ext>
            </a:extLst>
          </p:cNvPr>
          <p:cNvSpPr>
            <a:spLocks xmlns:a="http://schemas.openxmlformats.org/drawingml/2006/main" noGrp="1"/>
          </p:cNvSpPr>
          <p:nvPr>
            <p:ph type="body" idx="8" hasCustomPrompt="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1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Footer</a:t>
            </a:r>
            <a:endParaRPr sz="1800" b="0" i="0" u="none" strike="noStrik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E7A2ACE0-C30F-4D95-BD06-7E3A03574C8F}"/>
              </a:ext>
            </a:extLst>
          </p:cNvPr>
          <p:cNvSpPr>
            <a:spLocks xmlns:a="http://schemas.openxmlformats.org/drawingml/2006/main" noGrp="1"/>
          </p:cNvSpPr>
          <p:nvPr>
            <p:ph type="body" idx="9" hasCustomPrompt="1"/>
          </p:nvPr>
        </p:nvSpPr>
        <p:spPr>
          <a:xfrm xmlns:a="http://schemas.openxmlformats.org/drawingml/2006/main">
            <a:off x="8753983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91440" tIns="45720" rIns="91440" bIns="4572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1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endParaRPr sz="1800" b="0" i="0" u="none" strike="noStrik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1D34E6CC-021E-4818-BFED-69A21C5A856B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1143000" y="841772"/>
            <a:ext cx="685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b">
            <a:normAutofit/>
          </a:bodyPr>
          <a:lstStyle xmlns:a="http://schemas.openxmlformats.org/drawingml/2006/main">
            <a:lvl1pPr algn="ctr">
              <a:lnSpc>
                <a:spcPct val="92000"/>
              </a:lnSpc>
              <a:buNone/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92000"/>
              </a:lnSpc>
              <a:buNone/>
            </a:pPr>
            <a:r>
              <a:rPr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45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A36770D8-AE63-4854-A054-25E4BB94E593}"/>
              </a:ext>
            </a:extLst>
          </p:cNvPr>
          <p:cNvSpPr>
            <a:spLocks xmlns:a="http://schemas.openxmlformats.org/drawingml/2006/main" noGrp="1"/>
          </p:cNvSpPr>
          <p:nvPr>
            <p:ph type="body" idx="16" hasCustomPrompt="1"/>
          </p:nvPr>
        </p:nvSpPr>
        <p:spPr>
          <a:xfrm xmlns:a="http://schemas.openxmlformats.org/drawingml/2006/main">
            <a:off x="1143000" y="2701528"/>
            <a:ext cx="6858000" cy="12418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ctr">
              <a:lnSpc>
                <a:spcPct val="92000"/>
              </a:lnSpc>
              <a:buNone/>
              <a:defRPr sz="1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61950" algn="ctr">
              <a:lnSpc>
                <a:spcPct val="92000"/>
              </a:lnSpc>
              <a:spcBef>
                <a:spcPts val="800"/>
              </a:spcBef>
              <a:buNone/>
            </a:pPr>
            <a:r>
              <a:rPr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subtitle</a:t>
            </a:r>
            <a:endParaRPr sz="18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DFCD77DD-5663-4EF5-A1CE-29536B170636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0C35D716-C260-4F63-AE7A-8715D1FC437E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8E5B2D7D-7C19-4848-B72D-9D144855CC24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5BFAA09F-7313-4503-837B-8B3ACFC4C9B9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33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EE9D1E2C-ABC0-4266-928E-55C8BA62160D}"/>
              </a:ext>
            </a:extLst>
          </p:cNvPr>
          <p:cNvSpPr>
            <a:spLocks xmlns:a="http://schemas.openxmlformats.org/drawingml/2006/main" noGrp="1"/>
          </p:cNvSpPr>
          <p:nvPr>
            <p:ph type="body" idx="21" hasCustomPrompt="1"/>
          </p:nvPr>
        </p:nvSpPr>
        <p:spPr>
          <a:xfrm xmlns:a="http://schemas.openxmlformats.org/drawingml/2006/main">
            <a:off x="628650" y="1369219"/>
            <a:ext cx="78867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175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A8C79352-5E44-469A-B950-0D1D9C1510D4}"/>
              </a:ext>
            </a:extLst>
          </p:cNvPr>
          <p:cNvSpPr>
            <a:spLocks xmlns:a="http://schemas.openxmlformats.org/drawingml/2006/main" noGrp="1"/>
          </p:cNvSpPr>
          <p:nvPr>
            <p:ph type="body" idx="22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1FCFFD4A-C049-4C1B-BABF-4F4D8272677D}"/>
              </a:ext>
            </a:extLst>
          </p:cNvPr>
          <p:cNvSpPr>
            <a:spLocks xmlns:a="http://schemas.openxmlformats.org/drawingml/2006/main" noGrp="1"/>
          </p:cNvSpPr>
          <p:nvPr>
            <p:ph type="body" idx="23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E13DE14A-CD5E-44DB-B8A5-6CDA2CEBEC20}"/>
              </a:ext>
            </a:extLst>
          </p:cNvPr>
          <p:cNvSpPr>
            <a:spLocks xmlns:a="http://schemas.openxmlformats.org/drawingml/2006/main" noGrp="1"/>
          </p:cNvSpPr>
          <p:nvPr>
            <p:ph type="body" idx="24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316090F3-B66C-4BAB-B24E-D2E5E355CACA}"/>
              </a:ext>
            </a:extLst>
          </p:cNvPr>
          <p:cNvSpPr>
            <a:spLocks xmlns:a="http://schemas.openxmlformats.org/drawingml/2006/main" noGrp="1"/>
          </p:cNvSpPr>
          <p:nvPr>
            <p:ph type="body" idx="25" hasCustomPrompt="1"/>
          </p:nvPr>
        </p:nvSpPr>
        <p:spPr>
          <a:xfrm xmlns:a="http://schemas.openxmlformats.org/drawingml/2006/main">
            <a:off x="623888" y="1282304"/>
            <a:ext cx="7886700" cy="2139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45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BA004F54-9639-4A5F-B3D0-7867A3EE1074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623888" y="3442097"/>
            <a:ext cx="7886700" cy="1125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2286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18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Click to add text</a:t>
            </a:r>
            <a:endParaRPr sz="18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6E698679-292C-4984-A0F7-8CA75512F29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EB9EB82F-B9F8-441F-AED8-81F1BFE0EF57}"/>
              </a:ext>
            </a:extLst>
          </p:cNvPr>
          <p:cNvSpPr>
            <a:spLocks xmlns:a="http://schemas.openxmlformats.org/drawingml/2006/main" noGrp="1"/>
          </p:cNvSpPr>
          <p:nvPr>
            <p:ph type="body" idx="28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90DC16FD-0E54-4521-9C88-49B19AC1A635}"/>
              </a:ext>
            </a:extLst>
          </p:cNvPr>
          <p:cNvSpPr>
            <a:spLocks xmlns:a="http://schemas.openxmlformats.org/drawingml/2006/main" noGrp="1"/>
          </p:cNvSpPr>
          <p:nvPr>
            <p:ph type="body" idx="29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97B76948-479F-4C26-93E5-AFF74C384E74}"/>
              </a:ext>
            </a:extLst>
          </p:cNvPr>
          <p:cNvSpPr>
            <a:spLocks xmlns:a="http://schemas.openxmlformats.org/drawingml/2006/main" noGrp="1"/>
          </p:cNvSpPr>
          <p:nvPr>
            <p:ph type="body" idx="30" hasCustomPrompt="1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33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B27CD33E-2135-4F3B-B1D4-80E7E4B08F79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628650" y="1369219"/>
            <a:ext cx="38862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175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06D3C8F8-1314-4D83-BACB-0CDE73DDF014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4629150" y="1369219"/>
            <a:ext cx="38862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175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AF46E6AA-28D6-4B9B-95AF-1132334E8A8E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EC380D15-C7FA-4E97-B65E-DA888F6A56A4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AutoShape 7">
            <a:extLst xmlns:a="http://schemas.openxmlformats.org/drawingml/2006/main">
              <a:ext uri="{FF2B5EF4-FFF2-40B4-BE49-F238E27FC236}">
                <a16:creationId xmlns:a16="http://schemas.microsoft.com/office/drawing/2014/main" id="{F0E7950B-2AEA-4B83-806C-EDDABC9F1CCF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1.xml><?xml version="1.0" encoding="utf-8"?>
<p:sldLayout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2AEBDB14-E989-4985-BE80-660D89F2567F}"/>
              </a:ext>
            </a:extLst>
          </p:cNvPr>
          <p:cNvSpPr>
            <a:spLocks xmlns:a="http://schemas.openxmlformats.org/drawingml/2006/main" noGrp="1"/>
          </p:cNvSpPr>
          <p:nvPr>
            <p:ph type="body" idx="36" hasCustomPrompt="1"/>
          </p:nvPr>
        </p:nvSpPr>
        <p:spPr>
          <a:xfrm xmlns:a="http://schemas.openxmlformats.org/drawingml/2006/main">
            <a:off x="629841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33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801F44A6-7255-4BBA-BCCA-43CEDBCDCC71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629841" y="1260872"/>
            <a:ext cx="3868340" cy="617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2286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1800" b="1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2FA12B47-C2C7-489F-821F-9CE12803F64C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629841" y="1878806"/>
            <a:ext cx="3868340" cy="2763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175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BBCA6FD1-E78D-49D1-9820-68D850008F3E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4629150" y="1260872"/>
            <a:ext cx="3887391" cy="617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2286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1800" b="1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70DE1B36-B2EB-4361-89DA-FBAF1D74E7E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4629150" y="1878806"/>
            <a:ext cx="3887391" cy="2763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175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AutoShape 7">
            <a:extLst xmlns:a="http://schemas.openxmlformats.org/drawingml/2006/main">
              <a:ext uri="{FF2B5EF4-FFF2-40B4-BE49-F238E27FC236}">
                <a16:creationId xmlns:a16="http://schemas.microsoft.com/office/drawing/2014/main" id="{CAFDE17E-0BE2-4A9C-9350-127571021D5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AutoShape 8">
            <a:extLst xmlns:a="http://schemas.openxmlformats.org/drawingml/2006/main">
              <a:ext uri="{FF2B5EF4-FFF2-40B4-BE49-F238E27FC236}">
                <a16:creationId xmlns:a16="http://schemas.microsoft.com/office/drawing/2014/main" id="{7FA22EC1-39D9-4F35-9272-FE3DF06CC057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AutoShape 9">
            <a:extLst xmlns:a="http://schemas.openxmlformats.org/drawingml/2006/main">
              <a:ext uri="{FF2B5EF4-FFF2-40B4-BE49-F238E27FC236}">
                <a16:creationId xmlns:a16="http://schemas.microsoft.com/office/drawing/2014/main" id="{96264D66-B50E-4DEA-81E6-2AD9D9A59C4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2.xml><?xml version="1.0" encoding="utf-8"?>
<p:sldLayout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014E59E4-B831-4E58-881E-912C8B41D4EC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33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2AC53C31-CDD9-4CE0-A1A8-807B0E2199F0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883EB51C-6BCB-4FA8-9BD9-17FA5E838D5C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DDB4ABB0-6FFD-4366-81C5-0B0228146D17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3.xml><?xml version="1.0" encoding="utf-8"?>
<p:sldLayout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87A7479C-561C-431D-81A7-43A7BD99CAC4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416223B3-C5A5-4994-8F51-1BD2D728058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C125CADA-04EB-413D-A0ED-9DBE0949B18F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4.xml><?xml version="1.0" encoding="utf-8"?>
<p:sldLayout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9A40C4A2-08AC-4FD3-AD79-C772FCBCAF67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629841" y="342900"/>
            <a:ext cx="2949178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24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7CD5961B-9CF0-419A-8F7D-5E8837FD5DA0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3887391" y="740569"/>
            <a:ext cx="4629150" cy="3655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4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810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4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43AE4B86-3421-44CC-8081-F3FFD34E1AFA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29841" y="1543050"/>
            <a:ext cx="2949178" cy="2858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2286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12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0B9D19DF-72BA-42E7-A76E-E9DD0C12B589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93CE84E6-DD38-4594-8DE3-49827B5F69AD}"/>
              </a:ext>
            </a:extLst>
          </p:cNvPr>
          <p:cNvSpPr>
            <a:spLocks xmlns:a="http://schemas.openxmlformats.org/drawingml/2006/main" noGrp="1"/>
          </p:cNvSpPr>
          <p:nvPr>
            <p:ph type="body" idx="55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AutoShape 7">
            <a:extLst xmlns:a="http://schemas.openxmlformats.org/drawingml/2006/main">
              <a:ext uri="{FF2B5EF4-FFF2-40B4-BE49-F238E27FC236}">
                <a16:creationId xmlns:a16="http://schemas.microsoft.com/office/drawing/2014/main" id="{070136C3-09CF-4A2A-A3F0-82A693C0307C}"/>
              </a:ext>
            </a:extLst>
          </p:cNvPr>
          <p:cNvSpPr>
            <a:spLocks xmlns:a="http://schemas.openxmlformats.org/drawingml/2006/main" noGrp="1"/>
          </p:cNvSpPr>
          <p:nvPr>
            <p:ph type="body" idx="56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5.xml><?xml version="1.0" encoding="utf-8"?>
<p:sldLayout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771532E6-F3C8-401E-9FE7-111F9B0DF357}"/>
              </a:ext>
            </a:extLst>
          </p:cNvPr>
          <p:cNvSpPr>
            <a:spLocks xmlns:a="http://schemas.openxmlformats.org/drawingml/2006/main" noGrp="1"/>
          </p:cNvSpPr>
          <p:nvPr>
            <p:ph type="body" idx="57" hasCustomPrompt="1"/>
          </p:nvPr>
        </p:nvSpPr>
        <p:spPr>
          <a:xfrm xmlns:a="http://schemas.openxmlformats.org/drawingml/2006/main">
            <a:off x="629841" y="342900"/>
            <a:ext cx="2949178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b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24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97B50972-9A6F-4B4B-BF9D-641889078CC6}"/>
              </a:ext>
            </a:extLst>
          </p:cNvPr>
          <p:cNvSpPr>
            <a:spLocks xmlns:a="http://schemas.openxmlformats.org/drawingml/2006/main" noGrp="1"/>
          </p:cNvSpPr>
          <p:nvPr>
            <p:ph type="pic" idx="58"/>
          </p:nvPr>
        </p:nvSpPr>
        <p:spPr>
          <a:xfrm xmlns:a="http://schemas.openxmlformats.org/drawingml/2006/main">
            <a:off x="3887391" y="740569"/>
            <a:ext cx="4629150" cy="3655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lIns="63500" tIns="63500" rIns="63500" bIns="63500" anchor="ctr"/>
          <a:lstStyle xmlns:a="http://schemas.openxmlformats.org/drawingml/2006/main">
            <a:lvl1pPr algn="ctr">
              <a:buNone/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algn="ctr">
              <a:buNone/>
            </a:p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F52093D9-CDB4-42A8-8B6B-243934678C6C}"/>
              </a:ext>
            </a:extLst>
          </p:cNvPr>
          <p:cNvSpPr>
            <a:spLocks xmlns:a="http://schemas.openxmlformats.org/drawingml/2006/main" noGrp="1"/>
          </p:cNvSpPr>
          <p:nvPr>
            <p:ph type="body" idx="59" hasCustomPrompt="1"/>
          </p:nvPr>
        </p:nvSpPr>
        <p:spPr>
          <a:xfrm xmlns:a="http://schemas.openxmlformats.org/drawingml/2006/main">
            <a:off x="629841" y="1543050"/>
            <a:ext cx="2949178" cy="28586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2286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12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555AC861-FEDE-4B0A-8535-17E8633F4A22}"/>
              </a:ext>
            </a:extLst>
          </p:cNvPr>
          <p:cNvSpPr>
            <a:spLocks xmlns:a="http://schemas.openxmlformats.org/drawingml/2006/main" noGrp="1"/>
          </p:cNvSpPr>
          <p:nvPr>
            <p:ph type="body" idx="60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3D9117D9-D2E5-4A69-997B-4E3C454DF0F9}"/>
              </a:ext>
            </a:extLst>
          </p:cNvPr>
          <p:cNvSpPr>
            <a:spLocks xmlns:a="http://schemas.openxmlformats.org/drawingml/2006/main" noGrp="1"/>
          </p:cNvSpPr>
          <p:nvPr>
            <p:ph type="body" idx="61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AutoShape 7">
            <a:extLst xmlns:a="http://schemas.openxmlformats.org/drawingml/2006/main">
              <a:ext uri="{FF2B5EF4-FFF2-40B4-BE49-F238E27FC236}">
                <a16:creationId xmlns:a16="http://schemas.microsoft.com/office/drawing/2014/main" id="{3A46B38D-A56B-4FB1-883F-4A89309252D3}"/>
              </a:ext>
            </a:extLst>
          </p:cNvPr>
          <p:cNvSpPr>
            <a:spLocks xmlns:a="http://schemas.openxmlformats.org/drawingml/2006/main" noGrp="1"/>
          </p:cNvSpPr>
          <p:nvPr>
            <p:ph type="body" idx="62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6.xml><?xml version="1.0" encoding="utf-8"?>
<p:sldLayout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37E98FF6-460C-4809-899D-2A40FD66CC7A}"/>
              </a:ext>
            </a:extLst>
          </p:cNvPr>
          <p:cNvSpPr>
            <a:spLocks xmlns:a="http://schemas.openxmlformats.org/drawingml/2006/main" noGrp="1"/>
          </p:cNvSpPr>
          <p:nvPr>
            <p:ph type="body" idx="63" hasCustomPrompt="1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33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52450B81-CD07-4BCD-815C-ACC9C7FE86E9}"/>
              </a:ext>
            </a:extLst>
          </p:cNvPr>
          <p:cNvSpPr>
            <a:spLocks xmlns:a="http://schemas.openxmlformats.org/drawingml/2006/main" noGrp="1"/>
          </p:cNvSpPr>
          <p:nvPr>
            <p:ph type="body" idx="64" hasCustomPrompt="1"/>
          </p:nvPr>
        </p:nvSpPr>
        <p:spPr>
          <a:xfrm xmlns:a="http://schemas.openxmlformats.org/drawingml/2006/main" rot="5400000">
            <a:off x="2940248" y="-942379"/>
            <a:ext cx="3263504" cy="788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175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73A1279F-1C3D-45CE-A4BA-D349BB26BEA6}"/>
              </a:ext>
            </a:extLst>
          </p:cNvPr>
          <p:cNvSpPr>
            <a:spLocks xmlns:a="http://schemas.openxmlformats.org/drawingml/2006/main" noGrp="1"/>
          </p:cNvSpPr>
          <p:nvPr>
            <p:ph type="body" idx="65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D56F022B-2EB5-4B1C-B7F4-F8174376922F}"/>
              </a:ext>
            </a:extLst>
          </p:cNvPr>
          <p:cNvSpPr>
            <a:spLocks xmlns:a="http://schemas.openxmlformats.org/drawingml/2006/main" noGrp="1"/>
          </p:cNvSpPr>
          <p:nvPr>
            <p:ph type="body" idx="66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F6A78B54-570F-4C99-84E1-7CAA33902635}"/>
              </a:ext>
            </a:extLst>
          </p:cNvPr>
          <p:cNvSpPr>
            <a:spLocks xmlns:a="http://schemas.openxmlformats.org/drawingml/2006/main" noGrp="1"/>
          </p:cNvSpPr>
          <p:nvPr>
            <p:ph type="body" idx="67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7.xml><?xml version="1.0" encoding="utf-8"?>
<p:sldLayout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A3BF077A-AC7E-4B47-9A6E-3B2AE40EDFE0}"/>
              </a:ext>
            </a:extLst>
          </p:cNvPr>
          <p:cNvSpPr>
            <a:spLocks xmlns:a="http://schemas.openxmlformats.org/drawingml/2006/main" noGrp="1"/>
          </p:cNvSpPr>
          <p:nvPr>
            <p:ph type="body" idx="68" hasCustomPrompt="1"/>
          </p:nvPr>
        </p:nvSpPr>
        <p:spPr>
          <a:xfrm xmlns:a="http://schemas.openxmlformats.org/drawingml/2006/main" rot="5400000">
            <a:off x="5350073" y="1467445"/>
            <a:ext cx="4358879" cy="1971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92000"/>
              </a:lnSpc>
              <a:buNone/>
            </a:pPr>
            <a:r>
              <a:rPr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33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4A7A6EF4-3A68-4897-9A5F-6447B0C7CFB3}"/>
              </a:ext>
            </a:extLst>
          </p:cNvPr>
          <p:cNvSpPr>
            <a:spLocks xmlns:a="http://schemas.openxmlformats.org/drawingml/2006/main" noGrp="1"/>
          </p:cNvSpPr>
          <p:nvPr>
            <p:ph type="body" idx="69" hasCustomPrompt="1"/>
          </p:nvPr>
        </p:nvSpPr>
        <p:spPr>
          <a:xfrm xmlns:a="http://schemas.openxmlformats.org/drawingml/2006/main" rot="5400000">
            <a:off x="1349573" y="-447080"/>
            <a:ext cx="4358879" cy="580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92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457200" indent="-317500" algn="l">
              <a:lnSpc>
                <a:spcPct val="92000"/>
              </a:lnSpc>
              <a:spcBef>
                <a:spcPts val="800"/>
              </a:spcBef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98102F9F-E557-4DA6-989C-D4B841034215}"/>
              </a:ext>
            </a:extLst>
          </p:cNvPr>
          <p:cNvSpPr>
            <a:spLocks xmlns:a="http://schemas.openxmlformats.org/drawingml/2006/main" noGrp="1"/>
          </p:cNvSpPr>
          <p:nvPr>
            <p:ph type="body" idx="70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AutoShape 5">
            <a:extLst xmlns:a="http://schemas.openxmlformats.org/drawingml/2006/main">
              <a:ext uri="{FF2B5EF4-FFF2-40B4-BE49-F238E27FC236}">
                <a16:creationId xmlns:a16="http://schemas.microsoft.com/office/drawing/2014/main" id="{F1F6CC85-84F5-4B6D-B1F5-AC49CAA2221B}"/>
              </a:ext>
            </a:extLst>
          </p:cNvPr>
          <p:cNvSpPr>
            <a:spLocks xmlns:a="http://schemas.openxmlformats.org/drawingml/2006/main" noGrp="1"/>
          </p:cNvSpPr>
          <p:nvPr>
            <p:ph type="body" idx="71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58DB6016-CC25-423C-9F58-F2C651DE3BC1}"/>
              </a:ext>
            </a:extLst>
          </p:cNvPr>
          <p:cNvSpPr>
            <a:spLocks xmlns:a="http://schemas.openxmlformats.org/drawingml/2006/main" noGrp="1"/>
          </p:cNvSpPr>
          <p:nvPr>
            <p:ph type="body" idx="72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8.xml><?xml version="1.0" encoding="utf-8"?>
<p:sldLayout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79919E28-515F-4173-A1F7-C85CFA13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37000">
                <a:srgbClr val="5672B5"/>
              </a:gs>
              <a:gs pos="85000">
                <a:srgbClr val="182031"/>
              </a:gs>
            </a:gsLst>
            <a:lin ang="162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 defTabSz="914400">
              <a:spcBef>
                <a:spcPct val="0"/>
              </a:spcBef>
              <a:spcAft>
                <a:spcPct val="0"/>
              </a:spcAft>
              <a:buNone/>
            </a:pPr>
            <a:endParaRPr sz="1800" kern="1200"/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ED1A04BC-975F-47F0-BB0F-FFE8671DF6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3a4f0d7c540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4315" y="267970"/>
            <a:ext cx="11724005" cy="6356350"/>
          </a:xfrm>
          <a:prstGeom xmlns:a="http://schemas.openxmlformats.org/drawingml/2006/main" prst="octagon">
            <a:avLst>
              <a:gd name="adj" fmla="val 3904"/>
            </a:avLst>
          </a:prstGeom>
        </p:spPr>
      </p:pic>
      <p:sp>
        <p:nvSpPr>
          <p:cNvPr id="8" name="八边形 7">
            <a:extLst xmlns:a="http://schemas.openxmlformats.org/drawingml/2006/main">
              <a:ext uri="{FF2B5EF4-FFF2-40B4-BE49-F238E27FC236}">
                <a16:creationId xmlns:a16="http://schemas.microsoft.com/office/drawing/2014/main" id="{731E8B65-6100-469E-A5DB-E6CA86FD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50" y="230505"/>
            <a:ext cx="11722735" cy="6393815"/>
          </a:xfrm>
          <a:prstGeom xmlns:a="http://schemas.openxmlformats.org/drawingml/2006/main" prst="octagon">
            <a:avLst>
              <a:gd name="adj" fmla="val 3878"/>
            </a:avLst>
          </a:prstGeom>
          <a:noFill xmlns:a="http://schemas.openxmlformats.org/drawingml/2006/main"/>
          <a:ln xmlns:a="http://schemas.openxmlformats.org/drawingml/2006/main" w="6350">
            <a:gradFill>
              <a:gsLst>
                <a:gs pos="0">
                  <a:srgbClr val="0439D9"/>
                </a:gs>
                <a:gs pos="100000">
                  <a:srgbClr val="4FE5FF">
                    <a:alpha val="46000"/>
                  </a:srgbClr>
                </a:gs>
              </a:gsLst>
              <a:lin ang="5400000" scaled="1"/>
            </a:gradFill>
          </a:ln>
          <a:effectLst xmlns:a="http://schemas.openxmlformats.org/drawingml/2006/main">
            <a:outerShdw blurRad="609600" sx="102000" sy="102000" algn="ctr" rotWithShape="0">
              <a:srgbClr val="4FE5FF">
                <a:alpha val="96000"/>
              </a:srgb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600" kern="1200"/>
          </a:p>
        </p:txBody>
      </p:sp>
      <p:sp>
        <p:nvSpPr>
          <p:cNvPr id="9" name="任意多边形: 形状 2">
            <a:extLst xmlns:a="http://schemas.openxmlformats.org/drawingml/2006/main">
              <a:ext uri="{FF2B5EF4-FFF2-40B4-BE49-F238E27FC236}">
                <a16:creationId xmlns:a16="http://schemas.microsoft.com/office/drawing/2014/main" id="{C4CC87FB-3E3C-46E1-825A-7B0BCBE9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50" y="230505"/>
            <a:ext cx="673100" cy="776605"/>
          </a:xfrm>
          <a:custGeom xmlns:a="http://schemas.openxmlformats.org/drawingml/2006/main">
            <a:gdLst>
              <a:gd name="connsiteX0" fmla="*/ 1060 w 1060"/>
              <a:gd name="connsiteY0" fmla="*/ 0 h 1223"/>
              <a:gd name="connsiteX1" fmla="*/ 382 w 1060"/>
              <a:gd name="connsiteY1" fmla="*/ 16 h 1223"/>
              <a:gd name="connsiteX2" fmla="*/ 0 w 1060"/>
              <a:gd name="connsiteY2" fmla="*/ 485 h 1223"/>
              <a:gd name="connsiteX3" fmla="*/ 0 w 1060"/>
              <a:gd name="connsiteY3" fmla="*/ 1223 h 1223"/>
            </a:gdLst>
            <a:rect l="l" t="t" r="r" b="b"/>
            <a:pathLst>
              <a:path w="1060" h="1223">
                <a:moveTo>
                  <a:pt x="1060" y="0"/>
                </a:moveTo>
                <a:lnTo>
                  <a:pt x="382" y="16"/>
                </a:lnTo>
                <a:lnTo>
                  <a:pt x="0" y="485"/>
                </a:lnTo>
                <a:lnTo>
                  <a:pt x="0" y="1223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gradFill>
              <a:gsLst>
                <a:gs pos="0">
                  <a:srgbClr val="A8CBFC">
                    <a:lumMod val="46000"/>
                    <a:lumOff val="54000"/>
                  </a:srgbClr>
                </a:gs>
                <a:gs pos="84000">
                  <a:srgbClr val="0439D9">
                    <a:alpha val="0"/>
                  </a:srgbClr>
                </a:gs>
              </a:gsLst>
              <a:lin ang="2760000" scaled="0"/>
            </a:gra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800" kern="1200"/>
          </a:p>
        </p:txBody>
      </p:sp>
      <p:sp>
        <p:nvSpPr>
          <p:cNvPr id="30" name="任意多边形: 形状 2">
            <a:extLst xmlns:a="http://schemas.openxmlformats.org/drawingml/2006/main">
              <a:ext uri="{FF2B5EF4-FFF2-40B4-BE49-F238E27FC236}">
                <a16:creationId xmlns:a16="http://schemas.microsoft.com/office/drawing/2014/main" id="{DDE2D735-96E2-4467-86DC-1CB94490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4950" y="5876925"/>
            <a:ext cx="697230" cy="766445"/>
          </a:xfrm>
          <a:custGeom xmlns:a="http://schemas.openxmlformats.org/drawingml/2006/main">
            <a:gdLst>
              <a:gd name="connsiteX0" fmla="*/ 1098 w 1098"/>
              <a:gd name="connsiteY0" fmla="*/ 10 h 1207"/>
              <a:gd name="connsiteX1" fmla="*/ 382 w 1098"/>
              <a:gd name="connsiteY1" fmla="*/ 0 h 1207"/>
              <a:gd name="connsiteX2" fmla="*/ 0 w 1098"/>
              <a:gd name="connsiteY2" fmla="*/ 469 h 1207"/>
              <a:gd name="connsiteX3" fmla="*/ 0 w 1098"/>
              <a:gd name="connsiteY3" fmla="*/ 1207 h 1207"/>
            </a:gdLst>
            <a:rect l="l" t="t" r="r" b="b"/>
            <a:pathLst>
              <a:path w="1098" h="1207">
                <a:moveTo>
                  <a:pt x="1098" y="10"/>
                </a:moveTo>
                <a:lnTo>
                  <a:pt x="382" y="0"/>
                </a:lnTo>
                <a:lnTo>
                  <a:pt x="0" y="469"/>
                </a:lnTo>
                <a:lnTo>
                  <a:pt x="0" y="1207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gradFill>
              <a:gsLst>
                <a:gs pos="0">
                  <a:srgbClr val="A8CBFC">
                    <a:lumMod val="46000"/>
                    <a:lumOff val="54000"/>
                  </a:srgbClr>
                </a:gs>
                <a:gs pos="84000">
                  <a:srgbClr val="0439D9"/>
                </a:gs>
              </a:gsLst>
              <a:lin ang="2760000" scaled="0"/>
            </a:gra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800" kern="1200"/>
          </a:p>
        </p:txBody>
      </p:sp>
      <p:sp>
        <p:nvSpPr>
          <p:cNvPr id="32" name="任意多边形: 形状 2">
            <a:extLst xmlns:a="http://schemas.openxmlformats.org/drawingml/2006/main">
              <a:ext uri="{FF2B5EF4-FFF2-40B4-BE49-F238E27FC236}">
                <a16:creationId xmlns:a16="http://schemas.microsoft.com/office/drawing/2014/main" id="{A8D76E8B-DDDC-41E7-9009-20758B59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1259820" y="5876925"/>
            <a:ext cx="697230" cy="766445"/>
          </a:xfrm>
          <a:custGeom xmlns:a="http://schemas.openxmlformats.org/drawingml/2006/main">
            <a:gdLst>
              <a:gd name="connsiteX0" fmla="*/ 1098 w 1098"/>
              <a:gd name="connsiteY0" fmla="*/ 10 h 1207"/>
              <a:gd name="connsiteX1" fmla="*/ 382 w 1098"/>
              <a:gd name="connsiteY1" fmla="*/ 0 h 1207"/>
              <a:gd name="connsiteX2" fmla="*/ 0 w 1098"/>
              <a:gd name="connsiteY2" fmla="*/ 469 h 1207"/>
              <a:gd name="connsiteX3" fmla="*/ 0 w 1098"/>
              <a:gd name="connsiteY3" fmla="*/ 1207 h 1207"/>
            </a:gdLst>
            <a:rect l="l" t="t" r="r" b="b"/>
            <a:pathLst>
              <a:path w="1098" h="1207">
                <a:moveTo>
                  <a:pt x="1098" y="10"/>
                </a:moveTo>
                <a:lnTo>
                  <a:pt x="382" y="0"/>
                </a:lnTo>
                <a:lnTo>
                  <a:pt x="0" y="469"/>
                </a:lnTo>
                <a:lnTo>
                  <a:pt x="0" y="1207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gradFill>
              <a:gsLst>
                <a:gs pos="0">
                  <a:srgbClr val="A8CBFC">
                    <a:lumMod val="46000"/>
                    <a:lumOff val="54000"/>
                  </a:srgbClr>
                </a:gs>
                <a:gs pos="84000">
                  <a:srgbClr val="0439D9"/>
                </a:gs>
              </a:gsLst>
              <a:lin ang="2760000" scaled="0"/>
            </a:gra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800" kern="1200"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BBCF9BD-E090-4A4E-A59B-44C6A0F339F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32180" y="1704340"/>
            <a:ext cx="6276340" cy="2025650"/>
          </a:xfrm>
        </p:spPr>
        <p:txBody>
          <a:bodyPr xmlns:a="http://schemas.openxmlformats.org/drawingml/2006/main" wrap="square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6000">
                <a:gradFill>
                  <a:gsLst>
                    <a:gs pos="0">
                      <a:srgbClr val="FFFFFF"/>
                    </a:gs>
                    <a:gs pos="100000">
                      <a:schemeClr val="accent1"/>
                    </a:gs>
                  </a:gsLst>
                  <a:lin ang="5400000" scaled="0"/>
                </a:gra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7A742363-426A-4B8A-A29F-49E39B78E127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932180" y="3873500"/>
            <a:ext cx="6276340" cy="972185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400">
                <a:solidFill>
                  <a:srgbClr val="F9FBF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单击此处编辑副标题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9E06AFA-48E6-4BB9-9DFF-0933705415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450F556-764F-4FAC-98D4-9E1F9E657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3A9E7A0-9286-4321-A82D-AEE665E933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7a201659cb4a70" /><Relationship Type="http://schemas.openxmlformats.org/officeDocument/2006/relationships/slideLayout" Target="/ppt/slideLayouts/slideLayout1.xml" Id="Rd2fa646df05f4905" /><Relationship Type="http://schemas.openxmlformats.org/officeDocument/2006/relationships/slideLayout" Target="/ppt/slideLayouts/slideLayout2.xml" Id="R0454098c6cac4437" /><Relationship Type="http://schemas.openxmlformats.org/officeDocument/2006/relationships/slideLayout" Target="/ppt/slideLayouts/slideLayout3.xml" Id="Rd0ca51e9bb2440fd" /><Relationship Type="http://schemas.openxmlformats.org/officeDocument/2006/relationships/slideLayout" Target="/ppt/slideLayouts/slideLayout4.xml" Id="Rbcd73f24483d4b39" /><Relationship Type="http://schemas.openxmlformats.org/officeDocument/2006/relationships/slideLayout" Target="/ppt/slideLayouts/slideLayout5.xml" Id="R32b81648333c47e8" /><Relationship Type="http://schemas.openxmlformats.org/officeDocument/2006/relationships/slideLayout" Target="/ppt/slideLayouts/slideLayout6.xml" Id="Rac3cb3663d194ff7" /><Relationship Type="http://schemas.openxmlformats.org/officeDocument/2006/relationships/slideLayout" Target="/ppt/slideLayouts/slideLayout7.xml" Id="Ref8614a18d0647ac" /><Relationship Type="http://schemas.openxmlformats.org/officeDocument/2006/relationships/slideLayout" Target="/ppt/slideLayouts/slideLayout8.xml" Id="Redb76d26d6da4a3c" /><Relationship Type="http://schemas.openxmlformats.org/officeDocument/2006/relationships/slideLayout" Target="/ppt/slideLayouts/slideLayout9.xml" Id="R509c7b8a3cac44ba" /><Relationship Type="http://schemas.openxmlformats.org/officeDocument/2006/relationships/slideLayout" Target="/ppt/slideLayouts/slideLayout10.xml" Id="Rb49415eed8e14d62" /><Relationship Type="http://schemas.openxmlformats.org/officeDocument/2006/relationships/slideLayout" Target="/ppt/slideLayouts/slideLayout11.xml" Id="R22f246abab8b4d39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8257f8f2c11042fc" /><Relationship Type="http://schemas.openxmlformats.org/officeDocument/2006/relationships/slideLayout" Target="/ppt/slideLayouts/slideLayout12.xml" Id="R15495714fef241d3" /><Relationship Type="http://schemas.openxmlformats.org/officeDocument/2006/relationships/slideLayout" Target="/ppt/slideLayouts/slideLayout13.xml" Id="R6345934650134f59" /><Relationship Type="http://schemas.openxmlformats.org/officeDocument/2006/relationships/slideLayout" Target="/ppt/slideLayouts/slideLayout14.xml" Id="Rc017bee5055543a5" /><Relationship Type="http://schemas.openxmlformats.org/officeDocument/2006/relationships/slideLayout" Target="/ppt/slideLayouts/slideLayout15.xml" Id="R6f84eb971b514863" /><Relationship Type="http://schemas.openxmlformats.org/officeDocument/2006/relationships/slideLayout" Target="/ppt/slideLayouts/slideLayout16.xml" Id="Rf1ad512a68494fb5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d6a52b839a79400d" /><Relationship Type="http://schemas.openxmlformats.org/officeDocument/2006/relationships/slideLayout" Target="/ppt/slideLayouts/slideLayout17.xml" Id="Rc09cb9b1bd954511" /><Relationship Type="http://schemas.openxmlformats.org/officeDocument/2006/relationships/slideLayout" Target="/ppt/slideLayouts/slideLayout18.xml" Id="R7707d028766445fd" /><Relationship Type="http://schemas.openxmlformats.org/officeDocument/2006/relationships/slideLayout" Target="/ppt/slideLayouts/slideLayout19.xml" Id="R4f57ab16aa9842bf" /><Relationship Type="http://schemas.openxmlformats.org/officeDocument/2006/relationships/slideLayout" Target="/ppt/slideLayouts/slideLayout20.xml" Id="R9e74ebb59b1d4469" /><Relationship Type="http://schemas.openxmlformats.org/officeDocument/2006/relationships/slideLayout" Target="/ppt/slideLayouts/slideLayout21.xml" Id="Rc3750af397da4e3f" /><Relationship Type="http://schemas.openxmlformats.org/officeDocument/2006/relationships/slideLayout" Target="/ppt/slideLayouts/slideLayout22.xml" Id="R049b38334cf04aaa" /><Relationship Type="http://schemas.openxmlformats.org/officeDocument/2006/relationships/slideLayout" Target="/ppt/slideLayouts/slideLayout23.xml" Id="Rb8f2be3bc28946ef" /><Relationship Type="http://schemas.openxmlformats.org/officeDocument/2006/relationships/slideLayout" Target="/ppt/slideLayouts/slideLayout24.xml" Id="R6f1756986e7a4818" /><Relationship Type="http://schemas.openxmlformats.org/officeDocument/2006/relationships/slideLayout" Target="/ppt/slideLayouts/slideLayout25.xml" Id="R4f43ab90aefb48dc" /><Relationship Type="http://schemas.openxmlformats.org/officeDocument/2006/relationships/slideLayout" Target="/ppt/slideLayouts/slideLayout26.xml" Id="Re1f7a2d137c94fcc" /><Relationship Type="http://schemas.openxmlformats.org/officeDocument/2006/relationships/slideLayout" Target="/ppt/slideLayouts/slideLayout27.xml" Id="Re1b69e9b078c4e21" /></Relationships>
</file>

<file path=ppt/slideMasters/_rels/slideMaster4.xml.rels>&#65279;<?xml version="1.0" encoding="utf-8"?><Relationships xmlns="http://schemas.openxmlformats.org/package/2006/relationships"><Relationship Type="http://schemas.openxmlformats.org/officeDocument/2006/relationships/image" Target="/ppt/media/image.png" Id="Ra269abb05dca4a2e" /><Relationship Type="http://schemas.openxmlformats.org/officeDocument/2006/relationships/theme" Target="/ppt/slideMasters/theme/theme5.xml" Id="R1b65eb70476f41a3" /><Relationship Type="http://schemas.openxmlformats.org/officeDocument/2006/relationships/slideLayout" Target="/ppt/slideLayouts/slideLayout28.xml" Id="R24ff696a936c474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hape 1">
            <a:extLst xmlns:a="http://schemas.openxmlformats.org/drawingml/2006/main">
              <a:ext uri="{FF2B5EF4-FFF2-40B4-BE49-F238E27FC236}">
                <a16:creationId xmlns:a16="http://schemas.microsoft.com/office/drawing/2014/main" id="{1DEAE6F4-AA18-4AEF-A4BF-BA1553D2A0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 xmlns:a="http://schemas.openxmlformats.org/drawingml/2006/main"/>
        </p:txBody>
      </p:sp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E68E9F0F-99E3-4D75-BB0D-BE2FEB8FAA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369219"/>
            <a:ext cx="78867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marR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" name="Shape 3">
            <a:extLst xmlns:a="http://schemas.openxmlformats.org/drawingml/2006/main">
              <a:ext uri="{FF2B5EF4-FFF2-40B4-BE49-F238E27FC236}">
                <a16:creationId xmlns:a16="http://schemas.microsoft.com/office/drawing/2014/main" id="{B0F0478B-DA18-47B7-8719-879B9A1893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B73F6486-134D-4BF6-B844-65673F1D5A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5A410504-88CA-4BAE-A18F-2071C32EB0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fa646df05f4905"/>
    <p:sldLayoutId xmlns:r="http://schemas.openxmlformats.org/officeDocument/2006/relationships" id="2147483650" r:id="R0454098c6cac4437"/>
    <p:sldLayoutId xmlns:r="http://schemas.openxmlformats.org/officeDocument/2006/relationships" id="2147483651" r:id="Rd0ca51e9bb2440fd"/>
    <p:sldLayoutId xmlns:r="http://schemas.openxmlformats.org/officeDocument/2006/relationships" id="2147483652" r:id="Rbcd73f24483d4b39"/>
    <p:sldLayoutId xmlns:r="http://schemas.openxmlformats.org/officeDocument/2006/relationships" id="2147483653" r:id="R32b81648333c47e8"/>
    <p:sldLayoutId xmlns:r="http://schemas.openxmlformats.org/officeDocument/2006/relationships" id="2147483654" r:id="Rac3cb3663d194ff7"/>
    <p:sldLayoutId xmlns:r="http://schemas.openxmlformats.org/officeDocument/2006/relationships" id="2147483655" r:id="Ref8614a18d0647ac"/>
    <p:sldLayoutId xmlns:r="http://schemas.openxmlformats.org/officeDocument/2006/relationships" id="2147483656" r:id="Redb76d26d6da4a3c"/>
    <p:sldLayoutId xmlns:r="http://schemas.openxmlformats.org/officeDocument/2006/relationships" id="2147483657" r:id="R509c7b8a3cac44ba"/>
    <p:sldLayoutId xmlns:r="http://schemas.openxmlformats.org/officeDocument/2006/relationships" id="2147483658" r:id="Rb49415eed8e14d62"/>
    <p:sldLayoutId xmlns:r="http://schemas.openxmlformats.org/officeDocument/2006/relationships" id="2147483659" r:id="R22f246abab8b4d39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15495714fef241d3"/>
    <p:sldLayoutId xmlns:r="http://schemas.openxmlformats.org/officeDocument/2006/relationships" id="2147483662" r:id="R6345934650134f59"/>
    <p:sldLayoutId xmlns:r="http://schemas.openxmlformats.org/officeDocument/2006/relationships" id="2147483663" r:id="Rc017bee5055543a5"/>
    <p:sldLayoutId xmlns:r="http://schemas.openxmlformats.org/officeDocument/2006/relationships" id="2147483664" r:id="R6f84eb971b514863"/>
    <p:sldLayoutId xmlns:r="http://schemas.openxmlformats.org/officeDocument/2006/relationships" id="2147483665" r:id="Rf1ad512a68494fb5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utoShape 1">
            <a:extLst xmlns:a="http://schemas.openxmlformats.org/drawingml/2006/main">
              <a:ext uri="{FF2B5EF4-FFF2-40B4-BE49-F238E27FC236}">
                <a16:creationId xmlns:a16="http://schemas.microsoft.com/office/drawing/2014/main" id="{7D966C33-8B3E-402F-BFD1-10FBECC1DAF1}"/>
              </a:ext>
            </a:extLst>
          </p:cNvPr>
          <p:cNvSpPr>
            <a:spLocks xmlns:a="http://schemas.openxmlformats.org/drawingml/2006/main" noGrp="1"/>
          </p:cNvSpPr>
          <p:nvPr>
            <p:ph type="body" idx="10" hasCustomPrompt="1"/>
          </p:nvPr>
        </p:nvSpPr>
        <p:spPr>
          <a:xfrm xmlns:a="http://schemas.openxmlformats.org/drawingml/2006/main">
            <a:off x="628650" y="273844"/>
            <a:ext cx="7886700" cy="994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title</a:t>
            </a:r>
            <a:endParaRPr sz="33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8E045AD1-1CDF-487D-B69D-60204B6144FD}"/>
              </a:ext>
            </a:extLst>
          </p:cNvPr>
          <p:cNvSpPr>
            <a:spLocks xmlns:a="http://schemas.openxmlformats.org/drawingml/2006/main" noGrp="1"/>
          </p:cNvSpPr>
          <p:nvPr>
            <p:ph type="body" idx="11" hasCustomPrompt="1"/>
          </p:nvPr>
        </p:nvSpPr>
        <p:spPr>
          <a:xfrm xmlns:a="http://schemas.openxmlformats.org/drawingml/2006/main">
            <a:off x="628650" y="1369219"/>
            <a:ext cx="7886700" cy="326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>Click to add text</a:t>
            </a:r>
            <a:endParaRPr sz="2100" b="0" i="0" u="none" strike="noStrik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AutoShape 3">
            <a:extLst xmlns:a="http://schemas.openxmlformats.org/drawingml/2006/main">
              <a:ext uri="{FF2B5EF4-FFF2-40B4-BE49-F238E27FC236}">
                <a16:creationId xmlns:a16="http://schemas.microsoft.com/office/drawing/2014/main" id="{F469BB50-2BFB-48A4-A5FB-80D252AC38CA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6286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Date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03E48688-22FA-4A6B-B848-A9DD27916700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028950" y="4767263"/>
            <a:ext cx="30861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  <a:ea typeface="Noto Sans SC"/>
                <a:cs typeface="Noto Sans SC"/>
              </a:defRPr>
            </a:lvl1pPr>
          </a:lstStyle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</a:rPr>
              <a:t>Footer</a:t>
            </a: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74FB7A89-47F6-4640-9A4D-21E89E61F39F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6457950" y="4767263"/>
            <a:ext cx="2057400" cy="273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square" lIns="68575" tIns="34275" rIns="68575" bIns="34275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buNone/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7" r:id="Rc09cb9b1bd954511"/>
    <p:sldLayoutId xmlns:r="http://schemas.openxmlformats.org/officeDocument/2006/relationships" id="2147483668" r:id="R7707d028766445fd"/>
    <p:sldLayoutId xmlns:r="http://schemas.openxmlformats.org/officeDocument/2006/relationships" id="2147483669" r:id="R4f57ab16aa9842bf"/>
    <p:sldLayoutId xmlns:r="http://schemas.openxmlformats.org/officeDocument/2006/relationships" id="2147483670" r:id="R9e74ebb59b1d4469"/>
    <p:sldLayoutId xmlns:r="http://schemas.openxmlformats.org/officeDocument/2006/relationships" id="2147483671" r:id="Rc3750af397da4e3f"/>
    <p:sldLayoutId xmlns:r="http://schemas.openxmlformats.org/officeDocument/2006/relationships" id="2147483672" r:id="R049b38334cf04aaa"/>
    <p:sldLayoutId xmlns:r="http://schemas.openxmlformats.org/officeDocument/2006/relationships" id="2147483673" r:id="Rb8f2be3bc28946ef"/>
    <p:sldLayoutId xmlns:r="http://schemas.openxmlformats.org/officeDocument/2006/relationships" id="2147483674" r:id="R6f1756986e7a4818"/>
    <p:sldLayoutId xmlns:r="http://schemas.openxmlformats.org/officeDocument/2006/relationships" id="2147483675" r:id="R4f43ab90aefb48dc"/>
    <p:sldLayoutId xmlns:r="http://schemas.openxmlformats.org/officeDocument/2006/relationships" id="2147483676" r:id="Re1f7a2d137c94fcc"/>
    <p:sldLayoutId xmlns:r="http://schemas.openxmlformats.org/officeDocument/2006/relationships" id="2147483677" r:id="Re1b69e9b078c4e21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p="http://schemas.openxmlformats.org/presentationml/2006/main">
  <p:cSld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八边形 42">
            <a:extLst xmlns:a="http://schemas.openxmlformats.org/drawingml/2006/main">
              <a:ext uri="{FF2B5EF4-FFF2-40B4-BE49-F238E27FC236}">
                <a16:creationId xmlns:a16="http://schemas.microsoft.com/office/drawing/2014/main" id="{4C2BF58C-20FB-4956-BA85-B07BFAEB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50" y="230505"/>
            <a:ext cx="11722735" cy="6393815"/>
          </a:xfrm>
          <a:prstGeom xmlns:a="http://schemas.openxmlformats.org/drawingml/2006/main" prst="octagon">
            <a:avLst>
              <a:gd name="adj" fmla="val 3878"/>
            </a:avLst>
          </a:prstGeom>
          <a:noFill xmlns:a="http://schemas.openxmlformats.org/drawingml/2006/main"/>
          <a:ln xmlns:a="http://schemas.openxmlformats.org/drawingml/2006/main" w="6350">
            <a:gradFill>
              <a:gsLst>
                <a:gs pos="0">
                  <a:srgbClr val="0439D9"/>
                </a:gs>
                <a:gs pos="100000">
                  <a:srgbClr val="4FE5FF">
                    <a:alpha val="46000"/>
                  </a:srgbClr>
                </a:gs>
              </a:gsLst>
              <a:lin ang="5400000" scaled="1"/>
            </a:gradFill>
          </a:ln>
          <a:effectLst xmlns:a="http://schemas.openxmlformats.org/drawingml/2006/main">
            <a:outerShdw blurRad="609600" sx="102000" sy="102000" algn="ctr" rotWithShape="0">
              <a:srgbClr val="4FE5FF">
                <a:alpha val="96000"/>
              </a:srgb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600" kern="1200"/>
          </a:p>
        </p:txBody>
      </p:sp>
      <p:sp>
        <p:nvSpPr>
          <p:cNvPr id="44" name="任意多边形: 形状 2">
            <a:extLst xmlns:a="http://schemas.openxmlformats.org/drawingml/2006/main">
              <a:ext uri="{FF2B5EF4-FFF2-40B4-BE49-F238E27FC236}">
                <a16:creationId xmlns:a16="http://schemas.microsoft.com/office/drawing/2014/main" id="{4462B331-DCA5-4979-8589-BAA80830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50" y="230505"/>
            <a:ext cx="673100" cy="776605"/>
          </a:xfrm>
          <a:custGeom xmlns:a="http://schemas.openxmlformats.org/drawingml/2006/main">
            <a:gdLst>
              <a:gd name="connsiteX0" fmla="*/ 1060 w 1060"/>
              <a:gd name="connsiteY0" fmla="*/ 0 h 1223"/>
              <a:gd name="connsiteX1" fmla="*/ 382 w 1060"/>
              <a:gd name="connsiteY1" fmla="*/ 16 h 1223"/>
              <a:gd name="connsiteX2" fmla="*/ 0 w 1060"/>
              <a:gd name="connsiteY2" fmla="*/ 485 h 1223"/>
              <a:gd name="connsiteX3" fmla="*/ 0 w 1060"/>
              <a:gd name="connsiteY3" fmla="*/ 1223 h 1223"/>
            </a:gdLst>
            <a:rect l="l" t="t" r="r" b="b"/>
            <a:pathLst>
              <a:path w="1060" h="1223">
                <a:moveTo>
                  <a:pt x="1060" y="0"/>
                </a:moveTo>
                <a:lnTo>
                  <a:pt x="382" y="16"/>
                </a:lnTo>
                <a:lnTo>
                  <a:pt x="0" y="485"/>
                </a:lnTo>
                <a:lnTo>
                  <a:pt x="0" y="1223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gradFill>
              <a:gsLst>
                <a:gs pos="0">
                  <a:srgbClr val="A8CBFC">
                    <a:lumMod val="46000"/>
                    <a:lumOff val="54000"/>
                  </a:srgbClr>
                </a:gs>
                <a:gs pos="84000">
                  <a:srgbClr val="0439D9">
                    <a:alpha val="0"/>
                  </a:srgbClr>
                </a:gs>
              </a:gsLst>
              <a:lin ang="2760000" scaled="0"/>
            </a:gra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800" kern="1200"/>
          </a:p>
        </p:txBody>
      </p:sp>
      <p:sp>
        <p:nvSpPr>
          <p:cNvPr id="45" name="任意多边形: 形状 2">
            <a:extLst xmlns:a="http://schemas.openxmlformats.org/drawingml/2006/main">
              <a:ext uri="{FF2B5EF4-FFF2-40B4-BE49-F238E27FC236}">
                <a16:creationId xmlns:a16="http://schemas.microsoft.com/office/drawing/2014/main" id="{0B58B976-25AA-4610-9520-F4CC31D4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4950" y="5876925"/>
            <a:ext cx="697230" cy="766445"/>
          </a:xfrm>
          <a:custGeom xmlns:a="http://schemas.openxmlformats.org/drawingml/2006/main">
            <a:gdLst>
              <a:gd name="connsiteX0" fmla="*/ 1098 w 1098"/>
              <a:gd name="connsiteY0" fmla="*/ 10 h 1207"/>
              <a:gd name="connsiteX1" fmla="*/ 382 w 1098"/>
              <a:gd name="connsiteY1" fmla="*/ 0 h 1207"/>
              <a:gd name="connsiteX2" fmla="*/ 0 w 1098"/>
              <a:gd name="connsiteY2" fmla="*/ 469 h 1207"/>
              <a:gd name="connsiteX3" fmla="*/ 0 w 1098"/>
              <a:gd name="connsiteY3" fmla="*/ 1207 h 1207"/>
            </a:gdLst>
            <a:rect l="l" t="t" r="r" b="b"/>
            <a:pathLst>
              <a:path w="1098" h="1207">
                <a:moveTo>
                  <a:pt x="1098" y="10"/>
                </a:moveTo>
                <a:lnTo>
                  <a:pt x="382" y="0"/>
                </a:lnTo>
                <a:lnTo>
                  <a:pt x="0" y="469"/>
                </a:lnTo>
                <a:lnTo>
                  <a:pt x="0" y="1207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gradFill>
              <a:gsLst>
                <a:gs pos="0">
                  <a:srgbClr val="A8CBFC">
                    <a:lumMod val="46000"/>
                    <a:lumOff val="54000"/>
                  </a:srgbClr>
                </a:gs>
                <a:gs pos="84000">
                  <a:srgbClr val="0439D9">
                    <a:alpha val="0"/>
                  </a:srgbClr>
                </a:gs>
              </a:gsLst>
              <a:lin ang="2760000" scaled="0"/>
            </a:gra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800" kern="1200"/>
          </a:p>
        </p:txBody>
      </p:sp>
      <p:sp>
        <p:nvSpPr>
          <p:cNvPr id="46" name="任意多边形: 形状 2">
            <a:extLst xmlns:a="http://schemas.openxmlformats.org/drawingml/2006/main">
              <a:ext uri="{FF2B5EF4-FFF2-40B4-BE49-F238E27FC236}">
                <a16:creationId xmlns:a16="http://schemas.microsoft.com/office/drawing/2014/main" id="{2491D913-FF1B-450A-AF6B-1490C0C2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1259820" y="230505"/>
            <a:ext cx="697230" cy="766445"/>
          </a:xfrm>
          <a:custGeom xmlns:a="http://schemas.openxmlformats.org/drawingml/2006/main">
            <a:gdLst>
              <a:gd name="connsiteX0" fmla="*/ 1098 w 1098"/>
              <a:gd name="connsiteY0" fmla="*/ 10 h 1207"/>
              <a:gd name="connsiteX1" fmla="*/ 382 w 1098"/>
              <a:gd name="connsiteY1" fmla="*/ 0 h 1207"/>
              <a:gd name="connsiteX2" fmla="*/ 0 w 1098"/>
              <a:gd name="connsiteY2" fmla="*/ 469 h 1207"/>
              <a:gd name="connsiteX3" fmla="*/ 0 w 1098"/>
              <a:gd name="connsiteY3" fmla="*/ 1207 h 1207"/>
            </a:gdLst>
            <a:rect l="l" t="t" r="r" b="b"/>
            <a:pathLst>
              <a:path w="1098" h="1207">
                <a:moveTo>
                  <a:pt x="1098" y="10"/>
                </a:moveTo>
                <a:lnTo>
                  <a:pt x="382" y="0"/>
                </a:lnTo>
                <a:lnTo>
                  <a:pt x="0" y="469"/>
                </a:lnTo>
                <a:lnTo>
                  <a:pt x="0" y="1207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gradFill>
              <a:gsLst>
                <a:gs pos="0">
                  <a:srgbClr val="A8CBFC">
                    <a:lumMod val="46000"/>
                    <a:lumOff val="54000"/>
                  </a:srgbClr>
                </a:gs>
                <a:gs pos="84000">
                  <a:srgbClr val="0439D9">
                    <a:alpha val="0"/>
                  </a:srgbClr>
                </a:gs>
              </a:gsLst>
              <a:lin ang="2760000" scaled="0"/>
            </a:gra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800" kern="1200"/>
          </a:p>
        </p:txBody>
      </p:sp>
      <p:sp>
        <p:nvSpPr>
          <p:cNvPr id="35" name="八边形 34" hidden="1">
            <a:extLst xmlns:a="http://schemas.openxmlformats.org/drawingml/2006/main">
              <a:ext uri="{FF2B5EF4-FFF2-40B4-BE49-F238E27FC236}">
                <a16:creationId xmlns:a16="http://schemas.microsoft.com/office/drawing/2014/main" id="{020A9E8B-1EAA-420C-99F3-0E2E7A5B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50" y="249555"/>
            <a:ext cx="11722735" cy="6393815"/>
          </a:xfrm>
          <a:prstGeom xmlns:a="http://schemas.openxmlformats.org/drawingml/2006/main" prst="octagon">
            <a:avLst>
              <a:gd name="adj" fmla="val 3878"/>
            </a:avLst>
          </a:prstGeom>
          <a:solidFill xmlns:a="http://schemas.openxmlformats.org/drawingml/2006/main">
            <a:schemeClr val="accent1">
              <a:alpha val="19000"/>
            </a:schemeClr>
          </a:solidFill>
          <a:ln xmlns:a="http://schemas.openxmlformats.org/drawingml/2006/main" w="6350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vert="horz" wrap="square" anchor="ctr">
            <a:noAutofit/>
          </a:bodyPr>
          <a:lstStyle xmlns:a="http://schemas.openxmlformats.org/drawingml/2006/main"/>
          <a:p xmlns:a="http://schemas.openxmlformats.org/drawingml/2006/main">
            <a:pPr lvl="0" algn="ctr" defTabSz="91440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1600" kern="1200"/>
          </a:p>
        </p:txBody>
      </p:sp>
      <p:pic>
        <p:nvPicPr>
          <p:cNvPr id="8" name="图片 7">
            <a:extLst xmlns:a="http://schemas.openxmlformats.org/drawingml/2006/main">
              <a:ext uri="{FF2B5EF4-FFF2-40B4-BE49-F238E27FC236}">
                <a16:creationId xmlns:a16="http://schemas.microsoft.com/office/drawing/2014/main" id="{DCFEBCE9-DD50-45AF-90F5-CE38B86386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69abb05dca4a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80000">
            <a:off x="11021770" y="5612998"/>
            <a:ext cx="1139190" cy="1216025"/>
          </a:xfrm>
          <a:prstGeom xmlns:a="http://schemas.openxmlformats.org/drawingml/2006/main" prst="rect">
            <a:avLst/>
          </a:prstGeom>
        </p:spPr>
      </p:pic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7A2A4801-D4DA-4A69-933A-EB82EC6D07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95960" y="360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0FE321E1-6B59-4830-8FCD-6FA01EB814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95960" y="1301749"/>
            <a:ext cx="108000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</a:t>
            </a: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第</a:t>
            </a: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第</a:t>
            </a: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AFDBEE3-63C2-4E96-A81B-AD316A6DF72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9596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00D80-E604-4217-8BE5-277EDC54DCA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A66499F-222A-4E87-9ACF-B78D2107DA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53983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9" name="KSO_TEMPLATE" hidden="1">
            <a:extLst xmlns:a="http://schemas.openxmlformats.org/drawingml/2006/main">
              <a:ext uri="{FF2B5EF4-FFF2-40B4-BE49-F238E27FC236}">
                <a16:creationId xmlns:a16="http://schemas.microsoft.com/office/drawing/2014/main" id="{63751DA4-3F3F-4E0C-B67A-2548D135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 defTabSz="914400">
              <a:spcBef>
                <a:spcPct val="0"/>
              </a:spcBef>
              <a:spcAft>
                <a:spcPct val="0"/>
              </a:spcAft>
              <a:buNone/>
            </a:pPr>
            <a:endParaRPr sz="1800" kern="12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79" r:id="R24ff696a936c4747"/>
  </p:sldLayoutIdLst>
  <p:txStyles>
    <p:titleStyle>
      <a:lvl1pPr xmlns:a="http://schemas.openxmlformats.org/drawingml/2006/main" algn="l" defTabSz="914400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13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38480" indent="-206375" algn="l" defTabSz="914400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98830" indent="-161925" algn="l" defTabSz="914400">
        <a:lnSpc>
          <a:spcPct val="130000"/>
        </a:lnSpc>
        <a:spcBef>
          <a:spcPts val="0"/>
        </a:spcBef>
        <a:buFont typeface="Arial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30605" indent="-149225" algn="l" defTabSz="914400">
        <a:lnSpc>
          <a:spcPct val="130000"/>
        </a:lnSpc>
        <a:spcBef>
          <a:spcPts val="0"/>
        </a:spcBef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235075" indent="-127000" algn="l" defTabSz="914400">
        <a:lnSpc>
          <a:spcPct val="130000"/>
        </a:lnSpc>
        <a:spcBef>
          <a:spcPts val="0"/>
        </a:spcBef>
        <a:buFont typeface="Arial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5.xml><?xml version="1.0" encoding="utf-8"?>
<a:theme xmlns:a="http://schemas.openxmlformats.org/drawingml/2006/main" name="科技ai汇报主题模板">
  <a:themeElements>
    <a:clrScheme name="自定义 502">
      <a:dk1>
        <a:srgbClr val="000000"/>
      </a:dk1>
      <a:lt1>
        <a:srgbClr val="FFFFFF"/>
      </a:lt1>
      <a:dk2>
        <a:srgbClr val="1B2438"/>
      </a:dk2>
      <a:lt2>
        <a:srgbClr val="F0F7FE"/>
      </a:lt2>
      <a:accent1>
        <a:srgbClr val="418FF9"/>
      </a:accent1>
      <a:accent2>
        <a:srgbClr val="7B5EB6"/>
      </a:accent2>
      <a:accent3>
        <a:srgbClr val="4C74DB"/>
      </a:accent3>
      <a:accent4>
        <a:srgbClr val="72A9D9"/>
      </a:accent4>
      <a:accent5>
        <a:srgbClr val="84C6D5"/>
      </a:accent5>
      <a:accent6>
        <a:srgbClr val="5959C5"/>
      </a:accent6>
      <a:hlink>
        <a:srgbClr val="0026E5"/>
      </a:hlink>
      <a:folHlink>
        <a:srgbClr val="7E1FAD"/>
      </a:folHlink>
    </a:clrScheme>
    <a:fontScheme name="自定义 45">
      <a:majorFont>
        <a:latin typeface="Arial"/>
        <a:ea typeface="汉仪雅酷黑 65W"/>
        <a:cs typeface=""/>
      </a:majorFont>
      <a:minorFont>
        <a:latin typeface="Arial"/>
        <a:ea typeface="微软雅黑"/>
        <a:cs typeface=""/>
      </a:minorFont>
    </a:fontScheme>
    <a:fmtScheme name="自定义 50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1ec4a946e81b4ec5" /><Relationship Type="http://schemas.openxmlformats.org/officeDocument/2006/relationships/image" Target="/ppt/media/image3.png" Id="Ra943bf6408d0494d" /><Relationship Type="http://schemas.openxmlformats.org/officeDocument/2006/relationships/image" Target="/ppt/media/image4.png" Id="Red1a0bed47424370" /><Relationship Type="http://schemas.openxmlformats.org/officeDocument/2006/relationships/notesSlide" Target="/ppt/notesSlides/notesSlide1.xml" Id="Re160d6e485ab4e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A76C0A43-CACD-4BE6-ABBF-B6A6D2F0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172A">
              <a:alpha val="100000"/>
            </a:srgbClr>
          </a:solidFill>
          <a:ln xmlns:a="http://schemas.openxmlformats.org/drawingml/2006/main" w="12700" cap="flat" cmpd="sng">
            <a:noFill/>
            <a:prstDash val="solid"/>
            <a:round/>
          </a:ln>
        </p:spPr>
        <p:txBody>
          <a:bodyPr xmlns:a="http://schemas.openxmlformats.org/drawingml/2006/main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1100"/>
          </a:p>
        </p:txBody>
      </p:sp>
      <p:pic>
        <p:nvPicPr>
          <p:cNvPr id="3" name="Picture 3">
            <a:extLst xmlns:a="http://schemas.openxmlformats.org/drawingml/2006/main">
              <a:ext uri="{FF2B5EF4-FFF2-40B4-BE49-F238E27FC236}">
                <a16:creationId xmlns:a16="http://schemas.microsoft.com/office/drawing/2014/main" id="{142F4A12-2766-4887-AAF4-8ABA6A4F9A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43bf6408d0494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12700" cap="flat" cmpd="sng">
            <a:noFill/>
            <a:prstDash val="solid"/>
            <a:round/>
          </a:ln>
        </p:spPr>
      </p:pic>
      <p:sp>
        <p:nvSpPr>
          <p:cNvPr id="4" name="AutoShape 4">
            <a:extLst xmlns:a="http://schemas.openxmlformats.org/drawingml/2006/main">
              <a:ext uri="{FF2B5EF4-FFF2-40B4-BE49-F238E27FC236}">
                <a16:creationId xmlns:a16="http://schemas.microsoft.com/office/drawing/2014/main" id="{2C516307-8E64-4394-AC5B-C53D8678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 rotWithShape="1">
            <a:gsLst>
              <a:gs pos="0">
                <a:srgbClr val="0F172A">
                  <a:alpha val="88000"/>
                </a:srgbClr>
              </a:gs>
              <a:gs pos="55000">
                <a:srgbClr val="0F172A">
                  <a:alpha val="55000"/>
                </a:srgbClr>
              </a:gs>
              <a:gs pos="100000">
                <a:srgbClr val="0F172A">
                  <a:alpha val="15000"/>
                </a:srgbClr>
              </a:gs>
            </a:gsLst>
            <a:lin ang="0"/>
          </a:gradFill>
          <a:ln xmlns:a="http://schemas.openxmlformats.org/drawingml/2006/main" w="12700" cap="flat" cmpd="sng">
            <a:noFill/>
            <a:prstDash val="solid"/>
            <a:round/>
          </a:ln>
        </p:spPr>
        <p:txBody>
          <a:bodyPr xmlns:a="http://schemas.openxmlformats.org/drawingml/2006/main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1100"/>
          </a:p>
        </p:txBody>
      </p:sp>
      <p:sp>
        <p:nvSpPr>
          <p:cNvPr id="6" name="AutoShape 6">
            <a:extLst xmlns:a="http://schemas.openxmlformats.org/drawingml/2006/main">
              <a:ext uri="{FF2B5EF4-FFF2-40B4-BE49-F238E27FC236}">
                <a16:creationId xmlns:a16="http://schemas.microsoft.com/office/drawing/2014/main" id="{A5F74D23-8C29-44DD-A1C1-07F7C2EC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1047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defRPr>
            </a:defPPr>
          </a:lstStyle>
          <a:p xmlns:a="http://schemas.openxmlformats.org/drawingml/2006/main">
            <a:pPr marL="0" indent="0" algn="l">
              <a:lnSpc>
                <a:spcPct val="125000"/>
              </a:lnSpc>
              <a:buNone/>
              <a:defRPr sz="6000" b="1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defRPr>
            </a:pPr>
            <a:r>
              <a:rPr sz="6000" b="1" i="0" u="none" strike="noStrike">
                <a:solidFill>
                  <a:srgbClr val="FFFFFF"/>
                </a:solidFill>
                <a:effectLst>
                  <a:outerShdw blurRad="114300" dist="25400" dir="2700000">
                    <a:srgbClr val="000000">
                      <a:alpha val="40000"/>
                    </a:srgbClr>
                  </a:outerShdw>
                </a:effectLst>
                <a:latin typeface="Source Han Sans SC Heavy"/>
                <a:ea typeface="Source Han Sans SC Heavy"/>
                <a:cs typeface="Source Han Sans SC Heavy"/>
              </a:rPr>
              <a:t>把经验变成 AI 生产力</a:t>
            </a:r>
            <a:endParaRPr sz="1100"/>
          </a:p>
        </p:txBody>
      </p:sp>
      <p:sp>
        <p:nvSpPr>
          <p:cNvPr id="7" name="AutoShape 7">
            <a:extLst xmlns:a="http://schemas.openxmlformats.org/drawingml/2006/main">
              <a:ext uri="{FF2B5EF4-FFF2-40B4-BE49-F238E27FC236}">
                <a16:creationId xmlns:a16="http://schemas.microsoft.com/office/drawing/2014/main" id="{35FE8D02-ED11-4CE6-BBE7-2407ED58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67075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E7F1F5"/>
                </a:solidFill>
                <a:latin typeface="Source Han Sans SC"/>
                <a:ea typeface="Source Han Sans SC"/>
                <a:cs typeface="Source Han Sans SC"/>
              </a:defRPr>
            </a:defPPr>
          </a:lstStyle>
          <a:p xmlns:a="http://schemas.openxmlformats.org/drawingml/2006/main">
            <a:pPr marL="0" indent="0" algn="l">
              <a:lnSpc>
                <a:spcPct val="142000"/>
              </a:lnSpc>
              <a:buNone/>
              <a:defRPr sz="2400" b="0">
                <a:solidFill>
                  <a:srgbClr val="E7F1F5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2400" b="0" i="0" u="none" strike="noStrike">
                <a:solidFill>
                  <a:srgbClr val="E7F1F5"/>
                </a:solidFill>
                <a:latin typeface="Source Han Sans SC"/>
                <a:ea typeface="Source Han Sans SC"/>
                <a:cs typeface="Source Han Sans SC"/>
              </a:rPr>
              <a:t>人人都能做出自己的 Skill</a:t>
            </a:r>
            <a:endParaRPr sz="1100"/>
          </a:p>
        </p:txBody>
      </p:sp>
      <p:sp>
        <p:nvSpPr>
          <p:cNvPr id="8" name="AutoShape 8">
            <a:extLst xmlns:a="http://schemas.openxmlformats.org/drawingml/2006/main">
              <a:ext uri="{FF2B5EF4-FFF2-40B4-BE49-F238E27FC236}">
                <a16:creationId xmlns:a16="http://schemas.microsoft.com/office/drawing/2014/main" id="{61EDFAF5-26AB-430B-8AEB-F78F6EAD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71950"/>
            <a:ext cx="49530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A999"/>
          </a:solidFill>
          <a:ln xmlns:a="http://schemas.openxmlformats.org/drawingml/2006/main" w="12700" cap="flat" cmpd="sng">
            <a:noFill/>
            <a:prstDash val="solid"/>
            <a:round/>
          </a:ln>
        </p:spPr>
        <p:txBody>
          <a:bodyPr xmlns:a="http://schemas.openxmlformats.org/drawingml/2006/main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1100"/>
          </a:p>
        </p:txBody>
      </p:sp>
      <p:sp>
        <p:nvSpPr>
          <p:cNvPr id="9" name="AutoShape 9">
            <a:extLst xmlns:a="http://schemas.openxmlformats.org/drawingml/2006/main">
              <a:ext uri="{FF2B5EF4-FFF2-40B4-BE49-F238E27FC236}">
                <a16:creationId xmlns:a16="http://schemas.microsoft.com/office/drawing/2014/main" id="{757BA559-690E-40C4-8E82-3EB9DDE2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00500"/>
            <a:ext cx="5715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D6A84B"/>
                </a:solidFill>
                <a:latin typeface="Source Han Sans SC Heavy"/>
                <a:ea typeface="Source Han Sans SC Heavy"/>
                <a:cs typeface="Source Han Sans SC Heavy"/>
              </a:defRPr>
            </a:def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 b="1">
                <a:solidFill>
                  <a:srgbClr val="D6A84B"/>
                </a:solidFill>
                <a:latin typeface="Source Han Sans SC Heavy"/>
                <a:ea typeface="Source Han Sans SC Heavy"/>
                <a:cs typeface="Source Han Sans SC Heavy"/>
              </a:defRPr>
            </a:pPr>
            <a:r>
              <a:rPr sz="1800" b="1" i="0" u="none" strike="noStrike">
                <a:solidFill>
                  <a:srgbClr val="D6A84B"/>
                </a:solidFill>
                <a:latin typeface="Source Han Sans SC Heavy"/>
                <a:ea typeface="Source Han Sans SC Heavy"/>
                <a:cs typeface="Source Han Sans SC Heavy"/>
              </a:rPr>
              <a:t>AI 时代的手艺传承</a:t>
            </a:r>
            <a:endParaRPr sz="1100"/>
          </a:p>
        </p:txBody>
      </p:sp>
      <p:sp>
        <p:nvSpPr>
          <p:cNvPr id="10" name="AutoShape 10">
            <a:extLst xmlns:a="http://schemas.openxmlformats.org/drawingml/2006/main">
              <a:ext uri="{FF2B5EF4-FFF2-40B4-BE49-F238E27FC236}">
                <a16:creationId xmlns:a16="http://schemas.microsoft.com/office/drawing/2014/main" id="{83FFCC41-1EB4-4B35-9788-53516789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3430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D6E3E9"/>
                </a:solidFill>
                <a:latin typeface="Source Han Sans SC"/>
                <a:ea typeface="Source Han Sans SC"/>
                <a:cs typeface="Source Han Sans SC"/>
              </a:defRPr>
            </a:def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1400" b="0">
                <a:solidFill>
                  <a:srgbClr val="D6E3E9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400" b="0" i="0" u="none" strike="noStrike">
                <a:solidFill>
                  <a:srgbClr val="D6E3E9"/>
                </a:solidFill>
                <a:latin typeface="Source Han Sans SC"/>
                <a:ea typeface="Source Han Sans SC"/>
                <a:cs typeface="Source Han Sans SC"/>
              </a:rPr>
              <a:t>讲师：吴河图</a:t>
            </a:r>
            <a:endParaRPr sz="1100"/>
          </a:p>
        </p:txBody>
      </p:sp>
      <p:sp>
        <p:nvSpPr>
          <p:cNvPr id="11" name="AutoShape 11">
            <a:extLst xmlns:a="http://schemas.openxmlformats.org/drawingml/2006/main">
              <a:ext uri="{FF2B5EF4-FFF2-40B4-BE49-F238E27FC236}">
                <a16:creationId xmlns:a16="http://schemas.microsoft.com/office/drawing/2014/main" id="{873E6C66-560F-4C44-A067-35846258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05500"/>
            <a:ext cx="574040" cy="1714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5569">
              <a:alpha val="100000"/>
            </a:srgbClr>
          </a:solidFill>
          <a:ln xmlns:a="http://schemas.openxmlformats.org/drawingml/2006/main" w="12700" cap="flat" cmpd="sng">
            <a:noFill/>
            <a:prstDash val="solid"/>
            <a:round/>
          </a:ln>
        </p:spPr>
        <p:txBody>
          <a:bodyPr xmlns:a="http://schemas.openxmlformats.org/drawingml/2006/main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1100"/>
          </a:p>
        </p:txBody>
      </p:sp>
      <p:sp>
        <p:nvSpPr>
          <p:cNvPr id="12" name="AutoShape 12">
            <a:extLst xmlns:a="http://schemas.openxmlformats.org/drawingml/2006/main">
              <a:ext uri="{FF2B5EF4-FFF2-40B4-BE49-F238E27FC236}">
                <a16:creationId xmlns:a16="http://schemas.microsoft.com/office/drawing/2014/main" id="{5087C35D-8F71-431A-986B-863B24D1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867400"/>
            <a:ext cx="2095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D6E3E9"/>
                </a:solidFill>
                <a:latin typeface="Source Han Sans SC"/>
                <a:ea typeface="Source Han Sans SC"/>
                <a:cs typeface="Source Han Sans SC"/>
              </a:defRPr>
            </a:def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1400" b="0">
                <a:solidFill>
                  <a:srgbClr val="D6E3E9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400" b="0" i="0" u="none" strike="noStrike">
                <a:solidFill>
                  <a:srgbClr val="D6E3E9"/>
                </a:solidFill>
                <a:latin typeface="Source Han Sans SC"/>
                <a:ea typeface="Source Han Sans SC"/>
                <a:cs typeface="Source Han Sans SC"/>
              </a:rPr>
              <a:t>实操课程</a:t>
            </a:r>
            <a:endParaRPr sz="1100"/>
          </a:p>
        </p:txBody>
      </p:sp>
      <p:sp>
        <p:nvSpPr>
          <p:cNvPr id="14" name="AutoShape 14">
            <a:extLst xmlns:a="http://schemas.openxmlformats.org/drawingml/2006/main">
              <a:ext uri="{FF2B5EF4-FFF2-40B4-BE49-F238E27FC236}">
                <a16:creationId xmlns:a16="http://schemas.microsoft.com/office/drawing/2014/main" id="{1AFD1098-F0E3-48A8-B6F0-0EE4EF74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7200"/>
            <a:ext cx="6667500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8CE5D7"/>
                </a:solidFill>
                <a:latin typeface="Source Han Sans SC"/>
                <a:ea typeface="Source Han Sans SC"/>
                <a:cs typeface="Source Han Sans SC"/>
              </a:defRPr>
            </a:def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2200" b="0">
                <a:solidFill>
                  <a:srgbClr val="8CE5D7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2200" b="0" i="0" u="none" strike="noStrike">
                <a:solidFill>
                  <a:srgbClr val="8CE5D7"/>
                </a:solidFill>
                <a:latin typeface="Source Han Sans SC"/>
                <a:ea typeface="Source Han Sans SC"/>
                <a:cs typeface="Source Han Sans SC"/>
              </a:rPr>
              <a:t>AI 应用实操课</a:t>
            </a:r>
            <a:endParaRPr sz="1100"/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793029-667D-4FF1-9101-55EC607D96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1a0bed47424370"/>
          <a:srcRect xmlns:a="http://schemas.openxmlformats.org/drawingml/2006/main" l="6406" t="23611" r="6406" b="23472"/>
          <a:stretch xmlns:a="http://schemas.openxmlformats.org/drawingml/2006/main"/>
        </p:blipFill>
        <p:spPr>
          <a:xfrm xmlns:a="http://schemas.openxmlformats.org/drawingml/2006/main">
            <a:off x="609600" y="6259820"/>
            <a:ext cx="1104900" cy="377210"/>
          </a:xfrm>
          <a:prstGeom xmlns:a="http://schemas.openxmlformats.org/drawingml/2006/main" prst="rect">
            <a:avLst/>
          </a:prstGeom>
        </p:spPr>
      </p:pic>
      <p:sp>
        <p:nvSpPr>
          <p:cNvPr id="16" name="unified-page-number">
            <a:extLst xmlns:a="http://schemas.openxmlformats.org/drawingml/2006/main">
              <a:ext uri="{FF2B5EF4-FFF2-40B4-BE49-F238E27FC236}">
                <a16:creationId xmlns:a16="http://schemas.microsoft.com/office/drawing/2014/main" id="{13A8880C-3C82-4A2C-89DF-A7E55ACA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6343650"/>
            <a:ext cx="85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00" b="0">
                <a:solidFill>
                  <a:srgbClr val="D3E4E8"/>
                </a:solidFill>
                <a:latin typeface="Source Han Sans SC"/>
                <a:ea typeface="Source Han Sans SC"/>
                <a:cs typeface="Source Han Sans SC"/>
              </a:defRPr>
            </a:defPPr>
          </a:lstStyle>
          <a:p xmlns:a="http://schemas.openxmlformats.org/drawingml/2006/main">
            <a:pPr algn="r">
              <a:buNone/>
              <a:defRPr sz="1100" b="0">
                <a:solidFill>
                  <a:srgbClr val="D3E4E8"/>
                </a:solidFill>
                <a:latin typeface="Source Han Sans SC"/>
                <a:ea typeface="Source Han Sans SC"/>
                <a:cs typeface="Source Han Sans SC"/>
              </a:defRPr>
            </a:pPr>
            <a:r>
              <a:rPr sz="1100" b="0">
                <a:solidFill>
                  <a:srgbClr val="D3E4E8"/>
                </a:solidFill>
                <a:latin typeface="Source Han Sans SC"/>
                <a:ea typeface="Source Han Sans SC"/>
                <a:cs typeface="Source Han Sans SC"/>
              </a:rPr>
              <a:t>01 / 02</a:t>
            </a:r>
          </a:p>
        </p:txBody>
      </p:sp>
    </p:spTree>
    <p:extLst>
      <p:ext uri="{BB962C8B-B14F-4D97-AF65-F5344CB8AC3E}">
        <p14:creationId xmlns:p14="http://schemas.microsoft.com/office/powerpoint/2010/main" val="1885731647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2026-10-17T10:26:50.0450000Z</dcterms:created>
  <dcterms:modified xsi:type="dcterms:W3CDTF">2026-10-17T10:26:50.0450000Z</dcterms:modified>
</coreProperties>
</file>