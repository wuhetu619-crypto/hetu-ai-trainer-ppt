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mp4" ContentType="video/mp4"/>
  <Default Extension="mov" ContentType="video/quicktime"/>
  <Default Extension="rels" ContentType="application/vnd.openxmlformats-package.relationships+xml"/>
  <Default Extension="xml" ContentType="application/xml"/>
  <Override PartName="/ppt/media/image108.svg" ContentType="image/svg+xml"/>
  <Override PartName="/ppt/media/image118.svg" ContentType="image/svg+xml"/>
  <Override PartName="/ppt/media/image31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7.svg" ContentType="image/svg+xml"/>
  <Override PartName="/ppt/media/image63.svg" ContentType="image/svg+xml"/>
  <Override PartName="/ppt/media/image7.svg" ContentType="image/svg+xml"/>
  <Override PartName="/ppt/media/image92.svg" ContentType="image/svg+xml"/>
  <Override PartName="/ppt/media/image94.svg" ContentType="image/svg+xml"/>
  <Override PartName="/ppt/media/image96.svg" ContentType="image/svg+xml"/>
  <Override PartName="/ppt/media/image98.svg" ContentType="image/svg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9.xml" ContentType="application/vnd.openxmlformats-officedocument.presentationml.slide+xml"/>
  <Override PartName="/ppt/slides/slide118.xml" ContentType="application/vnd.openxmlformats-officedocument.presentationml.slide+xml"/>
  <Override PartName="/ppt/slides/slide120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3.xml" ContentType="application/vnd.openxmlformats-officedocument.presentationml.slide+xml"/>
  <Override PartName="/ppt/slides/slide49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2.xml" ContentType="application/vnd.openxmlformats-officedocument.presentationml.slide+xml"/>
  <Override PartName="/ppt/slides/slide75.xml" ContentType="application/vnd.openxmlformats-officedocument.presentationml.slide+xml"/>
  <Override PartName="/ppt/slides/slide85.xml" ContentType="application/vnd.openxmlformats-officedocument.presentationml.slide+xml"/>
  <Override PartName="/ppt/slides/slide87.xml" ContentType="application/vnd.openxmlformats-officedocument.presentationml.slide+xml"/>
  <Override PartName="/ppt/slides/slide9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trictFirstAndLastChars="0" autoCompressPictures="0">
  <p:sldMasterIdLst>
    <p:sldMasterId id="2147483648" r:id="rId1"/>
    <p:sldMasterId id="2147483660" r:id="rId3"/>
    <p:sldMasterId id="2147483666" r:id="rId4"/>
    <p:sldMasterId id="2147483678" r:id="rId5"/>
  </p:sldMasterIdLst>
  <p:sldIdLst>
    <p:sldId id="256" r:id="rId6"/>
    <p:sldId id="257" r:id="rId8"/>
    <p:sldId id="330" r:id="rId9"/>
    <p:sldId id="313" r:id="rId12"/>
    <p:sldId id="333" r:id="rId19"/>
    <p:sldId id="271" r:id="rId20"/>
    <p:sldId id="280" r:id="rId32"/>
    <p:sldId id="312" r:id="rId34"/>
    <p:sldId id="315" r:id="rId37"/>
    <p:sldId id="316" r:id="rId38"/>
    <p:sldId id="287" r:id="rId41"/>
    <p:sldId id="288" r:id="rId42"/>
    <p:sldId id="318" r:id="rId49"/>
    <p:sldId id="260" r:id="rId55"/>
    <p:sldId id="320" r:id="rId65"/>
    <p:sldId id="352" r:id="rId68"/>
    <p:sldId id="298" r:id="rId81"/>
    <p:sldId id="302" r:id="rId91"/>
    <p:sldId id="362" r:id="rId93"/>
    <p:sldId id="309" r:id="rId101"/>
    <p:sldId id="322" r:id="rId107"/>
    <p:sldId id="323" r:id="rId108"/>
    <p:sldId id="324" r:id="rId110"/>
    <p:sldId id="325" r:id="rId111"/>
    <p:sldId id="265" r:id="rId115"/>
    <p:sldId id="328" r:id="rId124"/>
    <p:sldId id="329" r:id="rId1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</p:presentation>
</file>

<file path=ppt/_rels/presentation.xml.rels><?xml version='1.0' encoding='utf-8'?>
<Relationships xmlns="http://schemas.openxmlformats.org/package/2006/relationships"><Relationship Id="rId93" Type="http://schemas.openxmlformats.org/officeDocument/2006/relationships/slide" Target="slides/slide87.xml" /><Relationship Id="rId91" Type="http://schemas.openxmlformats.org/officeDocument/2006/relationships/slide" Target="slides/slide85.xml" /><Relationship Id="rId9" Type="http://schemas.openxmlformats.org/officeDocument/2006/relationships/slide" Target="slides/slide3.xml" /><Relationship Id="rId81" Type="http://schemas.openxmlformats.org/officeDocument/2006/relationships/slide" Target="slides/slide75.xml" /><Relationship Id="rId8" Type="http://schemas.openxmlformats.org/officeDocument/2006/relationships/slide" Target="slides/slide2.xml" /><Relationship Id="rId68" Type="http://schemas.openxmlformats.org/officeDocument/2006/relationships/slide" Target="slides/slide62.xml" /><Relationship Id="rId65" Type="http://schemas.openxmlformats.org/officeDocument/2006/relationships/slide" Target="slides/slide59.xml" /><Relationship Id="rId6" Type="http://schemas.openxmlformats.org/officeDocument/2006/relationships/slide" Target="slides/slide1.xml" /><Relationship Id="rId55" Type="http://schemas.openxmlformats.org/officeDocument/2006/relationships/slide" Target="slides/slide49.xml" /><Relationship Id="rId5" Type="http://schemas.openxmlformats.org/officeDocument/2006/relationships/slideMaster" Target="slideMasters/slideMaster4.xml" /><Relationship Id="rId49" Type="http://schemas.openxmlformats.org/officeDocument/2006/relationships/slide" Target="slides/slide43.xml" /><Relationship Id="rId42" Type="http://schemas.openxmlformats.org/officeDocument/2006/relationships/slide" Target="slides/slide36.xml" /><Relationship Id="rId41" Type="http://schemas.openxmlformats.org/officeDocument/2006/relationships/slide" Target="slides/slide35.xml" /><Relationship Id="rId4" Type="http://schemas.openxmlformats.org/officeDocument/2006/relationships/slideMaster" Target="slideMasters/slideMaster3.xml" /><Relationship Id="rId38" Type="http://schemas.openxmlformats.org/officeDocument/2006/relationships/slide" Target="slides/slide32.xml" /><Relationship Id="rId37" Type="http://schemas.openxmlformats.org/officeDocument/2006/relationships/slide" Target="slides/slide31.xml" /><Relationship Id="rId34" Type="http://schemas.openxmlformats.org/officeDocument/2006/relationships/slide" Target="slides/slide28.xml" /><Relationship Id="rId32" Type="http://schemas.openxmlformats.org/officeDocument/2006/relationships/slide" Target="slides/slide26.xml" /><Relationship Id="rId3" Type="http://schemas.openxmlformats.org/officeDocument/2006/relationships/slideMaster" Target="slideMasters/slideMaster2.xml" /><Relationship Id="rId20" Type="http://schemas.openxmlformats.org/officeDocument/2006/relationships/slide" Target="slides/slide14.xml" /><Relationship Id="rId2" Type="http://schemas.openxmlformats.org/officeDocument/2006/relationships/theme" Target="theme/theme1.xml" /><Relationship Id="rId19" Type="http://schemas.openxmlformats.org/officeDocument/2006/relationships/slide" Target="slides/slide13.xml" /><Relationship Id="rId126" Type="http://schemas.openxmlformats.org/officeDocument/2006/relationships/slide" Target="slides/slide120.xml" /><Relationship Id="rId124" Type="http://schemas.openxmlformats.org/officeDocument/2006/relationships/slide" Target="slides/slide118.xml" /><Relationship Id="rId12" Type="http://schemas.openxmlformats.org/officeDocument/2006/relationships/slide" Target="slides/slide6.xml" /><Relationship Id="rId115" Type="http://schemas.openxmlformats.org/officeDocument/2006/relationships/slide" Target="slides/slide109.xml" /><Relationship Id="rId111" Type="http://schemas.openxmlformats.org/officeDocument/2006/relationships/slide" Target="slides/slide105.xml" /><Relationship Id="rId110" Type="http://schemas.openxmlformats.org/officeDocument/2006/relationships/slide" Target="slides/slide104.xml" /><Relationship Id="rId108" Type="http://schemas.openxmlformats.org/officeDocument/2006/relationships/slide" Target="slides/slide102.xml" /><Relationship Id="rId107" Type="http://schemas.openxmlformats.org/officeDocument/2006/relationships/slide" Target="slides/slide101.xml" /><Relationship Id="rId101" Type="http://schemas.openxmlformats.org/officeDocument/2006/relationships/slide" Target="slides/slide95.xml" /><Relationship Id="rId1" Type="http://schemas.openxmlformats.org/officeDocument/2006/relationships/slideMaster" Target="slideMasters/slideMaster1.xml" /></Relationship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1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1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2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2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3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3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3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3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Source Han Sans SC Heavy"/>
              <a:buNone/>
              <a:defRPr sz="45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marL="0" lvl="1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marL="0" lvl="2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marL="0" lvl="3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marL="0" lvl="4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marL="0" lvl="5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marL="0" lvl="6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marL="0" lvl="7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marL="0" lvl="8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 b="1"/>
            </a:pPr>
            <a:fld id="{00000000-1234-1234-1234-123412341234}" type="slidenum">
              <a:rPr lang="zh-CN" b="1"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</a:fld>
            <a:endParaRPr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marL="0" lvl="1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marL="0" lvl="2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marL="0" lvl="3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marL="0" lvl="4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marL="0" lvl="5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marL="0" lvl="6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marL="0" lvl="7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marL="0" lvl="8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 b="1"/>
            </a:pPr>
            <a:fld id="{00000000-1234-1234-1234-123412341234}" type="slidenum">
              <a:rPr lang="zh-CN" b="1"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</a:fld>
            <a:endParaRPr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Source Han Sans SC Heavy"/>
              <a:buNone/>
              <a:defRPr sz="45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D6073"/>
              </a:buClr>
              <a:buSzPts val="1800"/>
              <a:buNone/>
              <a:defRPr sz="18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D6073"/>
              </a:buClr>
              <a:buSzPts val="1500"/>
              <a:buNone/>
              <a:defRPr sz="15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D6073"/>
              </a:buClr>
              <a:buSzPts val="1400"/>
              <a:buNone/>
              <a:defRPr sz="14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D6073"/>
              </a:buClr>
              <a:buSzPts val="1200"/>
              <a:buNone/>
              <a:defRPr sz="12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D6073"/>
              </a:buClr>
              <a:buSzPts val="1200"/>
              <a:buNone/>
              <a:defRPr sz="12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D6073"/>
              </a:buClr>
              <a:buSzPts val="1200"/>
              <a:buNone/>
              <a:defRPr sz="12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D6073"/>
              </a:buClr>
              <a:buSzPts val="1200"/>
              <a:buNone/>
              <a:defRPr sz="12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D6073"/>
              </a:buClr>
              <a:buSzPts val="1200"/>
              <a:buNone/>
              <a:defRPr sz="12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3D6073"/>
              </a:buClr>
              <a:buSzPts val="1200"/>
              <a:buNone/>
              <a:defRPr sz="12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marL="0" lvl="1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marL="0" lvl="2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marL="0" lvl="3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marL="0" lvl="4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marL="0" lvl="5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marL="0" lvl="6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marL="0" lvl="7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marL="0" lvl="8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 b="1"/>
            </a:pPr>
            <a:fld id="{00000000-1234-1234-1234-123412341234}" type="slidenum">
              <a:rPr lang="zh-CN" b="1"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</a:fld>
            <a:endParaRPr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marL="0" lvl="1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marL="0" lvl="2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marL="0" lvl="3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marL="0" lvl="4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marL="0" lvl="5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marL="0" lvl="6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marL="0" lvl="7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marL="0" lvl="8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 b="1"/>
            </a:pPr>
            <a:fld id="{00000000-1234-1234-1234-123412341234}" type="slidenum">
              <a:rPr lang="zh-CN" b="1"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</a:fld>
            <a:endParaRPr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marL="0" lvl="1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marL="0" lvl="2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marL="0" lvl="3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marL="0" lvl="4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marL="0" lvl="5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marL="0" lvl="6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marL="0" lvl="7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marL="0" lvl="8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 b="1"/>
            </a:pPr>
            <a:fld id="{00000000-1234-1234-1234-123412341234}" type="slidenum">
              <a:rPr lang="zh-CN" b="1"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</a:fld>
            <a:endParaRPr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marL="0" lvl="1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marL="0" lvl="2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marL="0" lvl="3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marL="0" lvl="4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marL="0" lvl="5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marL="0" lvl="6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marL="0" lvl="7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marL="0" lvl="8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 b="1"/>
            </a:pPr>
            <a:fld id="{00000000-1234-1234-1234-123412341234}" type="slidenum">
              <a:rPr lang="zh-CN" b="1"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</a:fld>
            <a:endParaRPr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marL="0" lvl="1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marL="0" lvl="2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marL="0" lvl="3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marL="0" lvl="4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marL="0" lvl="5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marL="0" lvl="6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marL="0" lvl="7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marL="0" lvl="8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 b="1"/>
            </a:pPr>
            <a:fld id="{00000000-1234-1234-1234-123412341234}" type="slidenum">
              <a:rPr lang="zh-CN" b="1"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</a:fld>
            <a:endParaRPr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Han Sans SC Heavy"/>
              <a:buNone/>
              <a:defRPr sz="24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marL="0" lvl="1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marL="0" lvl="2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marL="0" lvl="3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marL="0" lvl="4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marL="0" lvl="5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marL="0" lvl="6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marL="0" lvl="7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marL="0" lvl="8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 b="1"/>
            </a:pPr>
            <a:fld id="{00000000-1234-1234-1234-123412341234}" type="slidenum">
              <a:rPr lang="zh-CN" b="1"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</a:fld>
            <a:endParaRPr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urce Han Sans SC Heavy"/>
              <a:buNone/>
              <a:defRPr sz="24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marL="0" lvl="1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marL="0" lvl="2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marL="0" lvl="3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marL="0" lvl="4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marL="0" lvl="5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marL="0" lvl="6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marL="0" lvl="7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marL="0" lvl="8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 b="1"/>
            </a:pPr>
            <a:fld id="{00000000-1234-1234-1234-123412341234}" type="slidenum">
              <a:rPr lang="zh-CN" b="1"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</a:fld>
            <a:endParaRPr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marL="0" lvl="1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marL="0" lvl="2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marL="0" lvl="3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marL="0" lvl="4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marL="0" lvl="5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marL="0" lvl="6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marL="0" lvl="7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marL="0" lvl="8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 b="1"/>
            </a:pPr>
            <a:fld id="{00000000-1234-1234-1234-123412341234}" type="slidenum">
              <a:rPr lang="zh-CN" b="1"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</a:fld>
            <a:endParaRPr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marL="0" lvl="1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marL="0" lvl="2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marL="0" lvl="3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marL="0" lvl="4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marL="0" lvl="5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marL="0" lvl="6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marL="0" lvl="7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marL="0" lvl="8" indent="0" algn="r">
              <a:spcBef>
                <a:spcPts val="0"/>
              </a:spcBef>
              <a:buNone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 b="1"/>
            </a:pPr>
            <a:fld id="{00000000-1234-1234-1234-123412341234}" type="slidenum">
              <a:rPr lang="zh-CN" b="1"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</a:fld>
            <a:endParaRPr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" hasCustomPrompt="1"/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algn="ctr">
              <a:lnSpc>
                <a:spcPct val="100000"/>
              </a:lnSpc>
              <a:defRPr sz="44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0" indent="0" algn="ctr">
              <a:lnSpc>
                <a:spcPct val="100000"/>
              </a:lnSpc>
              <a:defRPr b="1"/>
            </a:pPr>
            <a:r>
              <a:rPr lang="en-US" sz="4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单击此处编辑母版标题样式</a:t>
            </a:r>
            <a:endParaRPr lang="en-US" sz="4400" b="1" i="0" u="none" strike="noStrike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" name="AutoShape 3"/>
          <p:cNvSpPr/>
          <p:nvPr>
            <p:ph type="body" sz="quarter" idx="2"/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749300" indent="-406400" algn="l">
              <a:lnSpc>
                <a:spcPct val="100000"/>
              </a:lnSpc>
              <a:defRPr sz="32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>
              <a:lnSpc>
                <a:spcPct val="100000"/>
              </a:lnSpc>
              <a:spcBef>
                <a:spcPct val="20000"/>
              </a:spcBef>
              <a:buClr>
                <a:srgbClr val="123B5D"/>
              </a:buClr>
              <a:buFont typeface="Source Han Sans SC Heavy"/>
              <a:buChar char="•"/>
              <a:defRPr b="1"/>
            </a:pPr>
            <a:r>
              <a:rPr lang="en-US" sz="32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单击此处编辑母版文本样式</a:t>
            </a:r>
            <a:endParaRPr lang="en-US" sz="3200" b="1" i="0" u="none" strike="noStrike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  <a:p>
            <a:pPr marL="742950" lvl="1" indent="-285750" algn="l">
              <a:lnSpc>
                <a:spcPct val="100000"/>
              </a:lnSpc>
              <a:spcBef>
                <a:spcPct val="20000"/>
              </a:spcBef>
              <a:buClr>
                <a:srgbClr val="123B5D"/>
              </a:buClr>
              <a:buChar char="–"/>
              <a:defRPr b="1"/>
            </a:pPr>
            <a:r>
              <a:rPr lang="en-US" sz="28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第二级</a:t>
            </a:r>
            <a:endParaRPr lang="en-US" sz="2800" b="1" i="0" u="none" strike="noStrike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  <a:p>
            <a:pPr marL="1143000" lvl="2" indent="-228600" algn="l">
              <a:lnSpc>
                <a:spcPct val="100000"/>
              </a:lnSpc>
              <a:spcBef>
                <a:spcPct val="20000"/>
              </a:spcBef>
              <a:buClr>
                <a:srgbClr val="123B5D"/>
              </a:buClr>
              <a:buFont typeface="Source Han Sans SC Heavy"/>
              <a:buChar char="•"/>
              <a:defRPr b="1"/>
            </a:pPr>
            <a:r>
              <a:rPr lang="en-US" sz="2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第三级</a:t>
            </a:r>
            <a:endParaRPr lang="en-US" sz="2400" b="1" i="0" u="none" strike="noStrike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  <a:p>
            <a:pPr marL="1600200" lvl="3" indent="-228600" algn="l">
              <a:lnSpc>
                <a:spcPct val="100000"/>
              </a:lnSpc>
              <a:spcBef>
                <a:spcPct val="20000"/>
              </a:spcBef>
              <a:buClr>
                <a:srgbClr val="123B5D"/>
              </a:buClr>
              <a:buChar char="–"/>
              <a:defRPr b="1"/>
            </a:pPr>
            <a:r>
              <a:rPr lang="en-US" sz="20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第四级</a:t>
            </a:r>
            <a:endParaRPr lang="en-US" sz="2000" b="1" i="0" u="none" strike="noStrike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  <a:p>
            <a:pPr marL="2057400" lvl="4" indent="-228600" algn="l">
              <a:lnSpc>
                <a:spcPct val="100000"/>
              </a:lnSpc>
              <a:spcBef>
                <a:spcPct val="20000"/>
              </a:spcBef>
              <a:buClr>
                <a:srgbClr val="123B5D"/>
              </a:buClr>
              <a:buChar char="»"/>
              <a:defRPr b="1"/>
            </a:pPr>
            <a:r>
              <a:rPr lang="en-US" sz="20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第五级</a:t>
            </a:r>
            <a:endParaRPr lang="en-US" sz="2000" b="1" i="0" u="none" strike="noStrike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4" name="AutoShape 4"/>
          <p:cNvSpPr/>
          <p:nvPr>
            <p:ph type="body" sz="quarter" idx="3" hasCustomPrompt="1"/>
          </p:nvPr>
        </p:nvSpPr>
        <p:spPr>
          <a:xfrm>
            <a:off x="69596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18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0" indent="0" algn="l">
              <a:lnSpc>
                <a:spcPct val="100000"/>
              </a:lnSpc>
              <a:defRPr b="1"/>
            </a:pPr>
            <a:r>
              <a:rPr lang="en-US" sz="18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Click to add text</a:t>
            </a:r>
            <a:endParaRPr lang="en-US" sz="1800" b="1" i="0" u="none" strike="noStrike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5" name="AutoShape 5"/>
          <p:cNvSpPr/>
          <p:nvPr>
            <p:ph type="body" sz="quarter" idx="4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18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0" indent="0" algn="l">
              <a:lnSpc>
                <a:spcPct val="100000"/>
              </a:lnSpc>
              <a:defRPr b="1"/>
            </a:pPr>
            <a:r>
              <a:rPr lang="en-US" sz="18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Footer</a:t>
            </a:r>
            <a:endParaRPr lang="en-US" sz="1800" b="1" i="0" u="none" strike="noStrike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6" name="AutoShape 6"/>
          <p:cNvSpPr/>
          <p:nvPr>
            <p:ph type="body" sz="quarter" idx="5" hasCustomPrompt="1"/>
          </p:nvPr>
        </p:nvSpPr>
        <p:spPr>
          <a:xfrm>
            <a:off x="8753983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18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0" indent="0" algn="l">
              <a:lnSpc>
                <a:spcPct val="100000"/>
              </a:lnSpc>
              <a:defRPr b="1"/>
            </a:pPr>
            <a:fld id="{54E896FD-8EF0-44AB-BC46-8AC935C6EFA1}" type="slidenum">
              <a:rPr sz="18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</a:fld>
            <a:endParaRPr sz="1800" b="1" i="0" u="none" strike="noStrike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6" hasCustomPrompt="1"/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algn="ctr">
              <a:lnSpc>
                <a:spcPct val="100000"/>
              </a:lnSpc>
              <a:defRPr sz="44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0" indent="0" algn="ctr">
              <a:lnSpc>
                <a:spcPct val="100000"/>
              </a:lnSpc>
              <a:defRPr b="1"/>
            </a:pPr>
            <a:r>
              <a:rPr lang="en-US" sz="4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单击此处编辑母版标题样式</a:t>
            </a:r>
            <a:endParaRPr lang="en-US" sz="4400" b="1" i="0" u="none" strike="noStrike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" name="AutoShape 3"/>
          <p:cNvSpPr/>
          <p:nvPr>
            <p:ph type="body" sz="quarter" idx="7" hasCustomPrompt="1"/>
          </p:nvPr>
        </p:nvSpPr>
        <p:spPr>
          <a:xfrm>
            <a:off x="69596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18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0" indent="0" algn="l">
              <a:lnSpc>
                <a:spcPct val="100000"/>
              </a:lnSpc>
              <a:defRPr b="1"/>
            </a:pPr>
            <a:r>
              <a:rPr lang="en-US" sz="18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Click to add text</a:t>
            </a:r>
            <a:endParaRPr lang="en-US" sz="1800" b="1" i="0" u="none" strike="noStrike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4" name="AutoShape 4"/>
          <p:cNvSpPr/>
          <p:nvPr>
            <p:ph type="body" sz="quarter" idx="8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18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0" indent="0" algn="l">
              <a:lnSpc>
                <a:spcPct val="100000"/>
              </a:lnSpc>
              <a:defRPr b="1"/>
            </a:pPr>
            <a:r>
              <a:rPr lang="en-US" sz="18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Footer</a:t>
            </a:r>
            <a:endParaRPr lang="en-US" sz="1800" b="1" i="0" u="none" strike="noStrike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5" name="AutoShape 5"/>
          <p:cNvSpPr/>
          <p:nvPr>
            <p:ph type="body" sz="quarter" idx="9" hasCustomPrompt="1"/>
          </p:nvPr>
        </p:nvSpPr>
        <p:spPr>
          <a:xfrm>
            <a:off x="8753983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18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0" indent="0" algn="l">
              <a:lnSpc>
                <a:spcPct val="100000"/>
              </a:lnSpc>
              <a:defRPr b="1"/>
            </a:pPr>
            <a:fld id="{DA0D21B8-7DE0-4FA7-B246-55A32BCE607E}" type="slidenum">
              <a:rPr sz="18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</a:fld>
            <a:endParaRPr sz="1800" b="1" i="0" u="none" strike="noStrike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5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ctr">
              <a:lnSpc>
                <a:spcPct val="92000"/>
              </a:lnSpc>
              <a:defRPr sz="45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0" indent="0" algn="ctr">
              <a:lnSpc>
                <a:spcPct val="92000"/>
              </a:lnSpc>
              <a:defRPr b="1"/>
            </a:pPr>
            <a:r>
              <a:rPr lang="en-US" sz="45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Click to add title</a:t>
            </a:r>
            <a:endParaRPr lang="en-US" sz="4500" b="1" i="0" u="none" strike="noStrike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" name="AutoShape 3"/>
          <p:cNvSpPr/>
          <p:nvPr>
            <p:ph type="body" sz="quarter" idx="16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ctr">
              <a:lnSpc>
                <a:spcPct val="92000"/>
              </a:lnSpc>
              <a:defRPr sz="18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457200" indent="-361950" algn="ctr">
              <a:lnSpc>
                <a:spcPct val="92000"/>
              </a:lnSpc>
              <a:spcBef>
                <a:spcPts val="800"/>
              </a:spcBef>
              <a:defRPr b="1"/>
            </a:pPr>
            <a:r>
              <a:rPr lang="en-US" sz="18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Click to add subtitle</a:t>
            </a:r>
            <a:endParaRPr lang="en-US" sz="1800" b="1" i="0" u="none" strike="noStrike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4" name="AutoShape 4"/>
          <p:cNvSpPr/>
          <p:nvPr>
            <p:ph type="body" sz="quarter" idx="17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0" indent="0" algn="l">
              <a:lnSpc>
                <a:spcPct val="100000"/>
              </a:lnSpc>
              <a:defRPr b="1"/>
            </a:pPr>
            <a:r>
              <a:rPr lang="en-US" sz="900" b="1" i="0" u="none" strike="noStrike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Date</a:t>
            </a:r>
            <a:endParaRPr lang="en-US" sz="900" b="1" i="0" u="none" strike="noStrike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5" name="AutoShape 5"/>
          <p:cNvSpPr/>
          <p:nvPr>
            <p:ph type="body" sz="quarter" idx="18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0" indent="0" algn="ctr">
              <a:lnSpc>
                <a:spcPct val="100000"/>
              </a:lnSpc>
              <a:defRPr b="1"/>
            </a:pPr>
            <a:r>
              <a:rPr lang="en-US" sz="900" b="1" i="0" u="none" strike="noStrike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Footer</a:t>
            </a:r>
            <a:endParaRPr lang="en-US" sz="900" b="1" i="0" u="none" strike="noStrike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6" name="AutoShape 6"/>
          <p:cNvSpPr/>
          <p:nvPr>
            <p:ph type="body" sz="quarter" idx="19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1" i="0" u="none" strike="noStrike" spc="0">
                <a:solidFill>
                  <a:srgbClr val="3D6073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0" indent="0" algn="r">
              <a:lnSpc>
                <a:spcPct val="100000"/>
              </a:lnSpc>
              <a:defRPr b="1"/>
            </a:pPr>
            <a:fld id="{A3A09A14-9BBD-49CA-A13D-51402C79B0A0}" type="slidenum">
              <a:rPr sz="900" b="1" i="0" u="none" strike="noStrike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</a:fld>
            <a:endParaRPr sz="900" b="1" i="0" u="none" strike="noStrike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20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0" indent="0" algn="l">
              <a:lnSpc>
                <a:spcPct val="92000"/>
              </a:lnSpc>
              <a:defRPr b="1"/>
            </a:pPr>
            <a:r>
              <a:rPr lang="en-US" sz="33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Click to add title</a:t>
            </a:r>
            <a:endParaRPr lang="en-US" sz="3300" b="1" i="0" u="none" strike="noStrike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" name="AutoShape 3"/>
          <p:cNvSpPr/>
          <p:nvPr>
            <p:ph type="body" sz="quarter" idx="21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  <a:defRPr b="1"/>
            </a:pPr>
            <a:r>
              <a:rPr lang="en-US" sz="21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Click to add text</a:t>
            </a:r>
            <a:endParaRPr lang="en-US" sz="2100" b="1" i="0" u="none" strike="noStrike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4" name="AutoShape 4"/>
          <p:cNvSpPr/>
          <p:nvPr>
            <p:ph type="body" sz="quarter" idx="2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0" indent="0" algn="l">
              <a:lnSpc>
                <a:spcPct val="100000"/>
              </a:lnSpc>
              <a:defRPr b="1"/>
            </a:pPr>
            <a:r>
              <a:rPr lang="en-US" sz="900" b="1" i="0" u="none" strike="noStrike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Date</a:t>
            </a:r>
            <a:endParaRPr lang="en-US" sz="900" b="1" i="0" u="none" strike="noStrike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5" name="AutoShape 5"/>
          <p:cNvSpPr/>
          <p:nvPr>
            <p:ph type="body" sz="quarter" idx="2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0" indent="0" algn="ctr">
              <a:lnSpc>
                <a:spcPct val="100000"/>
              </a:lnSpc>
              <a:defRPr b="1"/>
            </a:pPr>
            <a:r>
              <a:rPr lang="en-US" sz="900" b="1" i="0" u="none" strike="noStrike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Footer</a:t>
            </a:r>
            <a:endParaRPr lang="en-US" sz="900" b="1" i="0" u="none" strike="noStrike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6" name="AutoShape 6"/>
          <p:cNvSpPr/>
          <p:nvPr>
            <p:ph type="body" sz="quarter" idx="24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1" i="0" u="none" strike="noStrike" spc="0">
                <a:solidFill>
                  <a:srgbClr val="3D6073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0" indent="0" algn="r">
              <a:lnSpc>
                <a:spcPct val="100000"/>
              </a:lnSpc>
              <a:defRPr b="1"/>
            </a:pPr>
            <a:fld id="{133AD8CD-98F9-4EB3-8A5C-AC0E868003F0}" type="slidenum">
              <a:rPr sz="900" b="1" i="0" u="none" strike="noStrike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</a:fld>
            <a:endParaRPr sz="900" b="1" i="0" u="none" strike="noStrike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25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45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0" indent="0" algn="l">
              <a:lnSpc>
                <a:spcPct val="92000"/>
              </a:lnSpc>
              <a:defRPr b="1"/>
            </a:pPr>
            <a:r>
              <a:rPr lang="en-US" sz="45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Click to add title</a:t>
            </a:r>
            <a:endParaRPr lang="en-US" sz="4500" b="1" i="0" u="none" strike="noStrike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" name="AutoShape 3"/>
          <p:cNvSpPr/>
          <p:nvPr>
            <p:ph type="body" sz="quarter" idx="26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8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  <a:defRPr b="1"/>
            </a:pPr>
            <a:r>
              <a:rPr lang="en-US" sz="1800" b="1" i="0" u="none" strike="noStrike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Click to add text</a:t>
            </a:r>
            <a:endParaRPr lang="en-US" sz="1800" b="1" i="0" u="none" strike="noStrike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4" name="AutoShape 4"/>
          <p:cNvSpPr/>
          <p:nvPr>
            <p:ph type="body" sz="quarter" idx="27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0" indent="0" algn="l">
              <a:lnSpc>
                <a:spcPct val="100000"/>
              </a:lnSpc>
              <a:defRPr b="1"/>
            </a:pPr>
            <a:r>
              <a:rPr lang="en-US" sz="900" b="1" i="0" u="none" strike="noStrike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Date</a:t>
            </a:r>
            <a:endParaRPr lang="en-US" sz="900" b="1" i="0" u="none" strike="noStrike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5" name="AutoShape 5"/>
          <p:cNvSpPr/>
          <p:nvPr>
            <p:ph type="body" sz="quarter" idx="28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0" indent="0" algn="ctr">
              <a:lnSpc>
                <a:spcPct val="100000"/>
              </a:lnSpc>
              <a:defRPr b="1"/>
            </a:pPr>
            <a:r>
              <a:rPr lang="en-US" sz="900" b="1" i="0" u="none" strike="noStrike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Footer</a:t>
            </a:r>
            <a:endParaRPr lang="en-US" sz="900" b="1" i="0" u="none" strike="noStrike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6" name="AutoShape 6"/>
          <p:cNvSpPr/>
          <p:nvPr>
            <p:ph type="body" sz="quarter" idx="29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1" i="0" u="none" strike="noStrike" spc="0">
                <a:solidFill>
                  <a:srgbClr val="3D6073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0" indent="0" algn="r">
              <a:lnSpc>
                <a:spcPct val="100000"/>
              </a:lnSpc>
              <a:defRPr b="1"/>
            </a:pPr>
            <a:fld id="{D322763B-4FCA-4757-9FEE-2879BF2C8070}" type="slidenum">
              <a:rPr sz="900" b="1" i="0" u="none" strike="noStrike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</a:fld>
            <a:endParaRPr sz="900" b="1" i="0" u="none" strike="noStrike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30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0" indent="0" algn="l">
              <a:lnSpc>
                <a:spcPct val="92000"/>
              </a:lnSpc>
              <a:defRPr b="1"/>
            </a:pPr>
            <a:r>
              <a:rPr lang="en-US" sz="33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Click to add title</a:t>
            </a:r>
            <a:endParaRPr lang="en-US" sz="3300" b="1" i="0" u="none" strike="noStrike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" name="AutoShape 3"/>
          <p:cNvSpPr/>
          <p:nvPr>
            <p:ph type="body" sz="quarter" idx="31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  <a:defRPr b="1"/>
            </a:pPr>
            <a:r>
              <a:rPr lang="en-US" sz="21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Click to add text</a:t>
            </a:r>
            <a:endParaRPr lang="en-US" sz="2100" b="1" i="0" u="none" strike="noStrike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4" name="AutoShape 4"/>
          <p:cNvSpPr/>
          <p:nvPr>
            <p:ph type="body" sz="quarter" idx="32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  <a:defRPr b="1"/>
            </a:pPr>
            <a:r>
              <a:rPr lang="en-US" sz="21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Click to add text</a:t>
            </a:r>
            <a:endParaRPr lang="en-US" sz="2100" b="1" i="0" u="none" strike="noStrike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5" name="AutoShape 5"/>
          <p:cNvSpPr/>
          <p:nvPr>
            <p:ph type="body" sz="quarter" idx="3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0" indent="0" algn="l">
              <a:lnSpc>
                <a:spcPct val="100000"/>
              </a:lnSpc>
              <a:defRPr b="1"/>
            </a:pPr>
            <a:r>
              <a:rPr lang="en-US" sz="900" b="1" i="0" u="none" strike="noStrike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Date</a:t>
            </a:r>
            <a:endParaRPr lang="en-US" sz="900" b="1" i="0" u="none" strike="noStrike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6" name="AutoShape 6"/>
          <p:cNvSpPr/>
          <p:nvPr>
            <p:ph type="body" sz="quarter" idx="3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0" indent="0" algn="ctr">
              <a:lnSpc>
                <a:spcPct val="100000"/>
              </a:lnSpc>
              <a:defRPr b="1"/>
            </a:pPr>
            <a:r>
              <a:rPr lang="en-US" sz="900" b="1" i="0" u="none" strike="noStrike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Footer</a:t>
            </a:r>
            <a:endParaRPr lang="en-US" sz="900" b="1" i="0" u="none" strike="noStrike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7" name="AutoShape 7"/>
          <p:cNvSpPr/>
          <p:nvPr>
            <p:ph type="body" sz="quarter" idx="35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1" i="0" u="none" strike="noStrike" spc="0">
                <a:solidFill>
                  <a:srgbClr val="3D6073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0" indent="0" algn="r">
              <a:lnSpc>
                <a:spcPct val="100000"/>
              </a:lnSpc>
              <a:defRPr b="1"/>
            </a:pPr>
            <a:fld id="{75FB4BEE-C290-43BF-B61A-AE6128E40190}" type="slidenum">
              <a:rPr sz="900" b="1" i="0" u="none" strike="noStrike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</a:fld>
            <a:endParaRPr sz="900" b="1" i="0" u="none" strike="noStrike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36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0" indent="0" algn="l">
              <a:lnSpc>
                <a:spcPct val="92000"/>
              </a:lnSpc>
              <a:defRPr b="1"/>
            </a:pPr>
            <a:r>
              <a:rPr lang="en-US" sz="33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Click to add title</a:t>
            </a:r>
            <a:endParaRPr lang="en-US" sz="3300" b="1" i="0" u="none" strike="noStrike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" name="AutoShape 3"/>
          <p:cNvSpPr/>
          <p:nvPr>
            <p:ph type="body" sz="quarter" idx="37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18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  <a:defRPr b="1"/>
            </a:pPr>
            <a:r>
              <a:rPr lang="en-US" sz="18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Click to add text</a:t>
            </a:r>
            <a:endParaRPr lang="en-US" sz="1800" b="1" i="0" u="none" strike="noStrike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4" name="AutoShape 4"/>
          <p:cNvSpPr/>
          <p:nvPr>
            <p:ph type="body" sz="quarter" idx="38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  <a:defRPr b="1"/>
            </a:pPr>
            <a:r>
              <a:rPr lang="en-US" sz="21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Click to add text</a:t>
            </a:r>
            <a:endParaRPr lang="en-US" sz="2100" b="1" i="0" u="none" strike="noStrike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5" name="AutoShape 5"/>
          <p:cNvSpPr/>
          <p:nvPr>
            <p:ph type="body" sz="quarter" idx="39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18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  <a:defRPr b="1"/>
            </a:pPr>
            <a:r>
              <a:rPr lang="en-US" sz="18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Click to add text</a:t>
            </a:r>
            <a:endParaRPr lang="en-US" sz="1800" b="1" i="0" u="none" strike="noStrike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6" name="AutoShape 6"/>
          <p:cNvSpPr/>
          <p:nvPr>
            <p:ph type="body" sz="quarter" idx="40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  <a:defRPr b="1"/>
            </a:pPr>
            <a:r>
              <a:rPr lang="en-US" sz="21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Click to add text</a:t>
            </a:r>
            <a:endParaRPr lang="en-US" sz="2100" b="1" i="0" u="none" strike="noStrike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7" name="AutoShape 7"/>
          <p:cNvSpPr/>
          <p:nvPr>
            <p:ph type="body" sz="quarter" idx="4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0" indent="0" algn="l">
              <a:lnSpc>
                <a:spcPct val="100000"/>
              </a:lnSpc>
              <a:defRPr b="1"/>
            </a:pPr>
            <a:r>
              <a:rPr lang="en-US" sz="900" b="1" i="0" u="none" strike="noStrike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Date</a:t>
            </a:r>
            <a:endParaRPr lang="en-US" sz="900" b="1" i="0" u="none" strike="noStrike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8" name="AutoShape 8"/>
          <p:cNvSpPr/>
          <p:nvPr>
            <p:ph type="body" sz="quarter" idx="4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0" indent="0" algn="ctr">
              <a:lnSpc>
                <a:spcPct val="100000"/>
              </a:lnSpc>
              <a:defRPr b="1"/>
            </a:pPr>
            <a:r>
              <a:rPr lang="en-US" sz="900" b="1" i="0" u="none" strike="noStrike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Footer</a:t>
            </a:r>
            <a:endParaRPr lang="en-US" sz="900" b="1" i="0" u="none" strike="noStrike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9" name="AutoShape 9"/>
          <p:cNvSpPr/>
          <p:nvPr>
            <p:ph type="body" sz="quarter" idx="4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1" i="0" u="none" strike="noStrike" spc="0">
                <a:solidFill>
                  <a:srgbClr val="3D6073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0" indent="0" algn="r">
              <a:lnSpc>
                <a:spcPct val="100000"/>
              </a:lnSpc>
              <a:defRPr b="1"/>
            </a:pPr>
            <a:fld id="{EC5CE1A6-7BC8-4A8E-9BB3-A6D907140167}" type="slidenum">
              <a:rPr sz="900" b="1" i="0" u="none" strike="noStrike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</a:fld>
            <a:endParaRPr sz="900" b="1" i="0" u="none" strike="noStrike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4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0" indent="0" algn="l">
              <a:lnSpc>
                <a:spcPct val="92000"/>
              </a:lnSpc>
              <a:defRPr b="1"/>
            </a:pPr>
            <a:r>
              <a:rPr lang="en-US" sz="33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Click to add title</a:t>
            </a:r>
            <a:endParaRPr lang="en-US" sz="3300" b="1" i="0" u="none" strike="noStrike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" name="AutoShape 3"/>
          <p:cNvSpPr/>
          <p:nvPr>
            <p:ph type="body" sz="quarter" idx="4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0" indent="0" algn="l">
              <a:lnSpc>
                <a:spcPct val="100000"/>
              </a:lnSpc>
              <a:defRPr b="1"/>
            </a:pPr>
            <a:r>
              <a:rPr lang="en-US" sz="900" b="1" i="0" u="none" strike="noStrike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Date</a:t>
            </a:r>
            <a:endParaRPr lang="en-US" sz="900" b="1" i="0" u="none" strike="noStrike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4" name="AutoShape 4"/>
          <p:cNvSpPr/>
          <p:nvPr>
            <p:ph type="body" sz="quarter" idx="4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0" indent="0" algn="ctr">
              <a:lnSpc>
                <a:spcPct val="100000"/>
              </a:lnSpc>
              <a:defRPr b="1"/>
            </a:pPr>
            <a:r>
              <a:rPr lang="en-US" sz="900" b="1" i="0" u="none" strike="noStrike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Footer</a:t>
            </a:r>
            <a:endParaRPr lang="en-US" sz="900" b="1" i="0" u="none" strike="noStrike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5" name="AutoShape 5"/>
          <p:cNvSpPr/>
          <p:nvPr>
            <p:ph type="body" sz="quarter" idx="47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1" i="0" u="none" strike="noStrike" spc="0">
                <a:solidFill>
                  <a:srgbClr val="3D6073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0" indent="0" algn="r">
              <a:lnSpc>
                <a:spcPct val="100000"/>
              </a:lnSpc>
              <a:defRPr b="1"/>
            </a:pPr>
            <a:fld id="{101805A3-F862-40F9-BD1F-35C8B1AE9D42}" type="slidenum">
              <a:rPr sz="900" b="1" i="0" u="none" strike="noStrike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</a:fld>
            <a:endParaRPr sz="900" b="1" i="0" u="none" strike="noStrike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4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0" indent="0" algn="l">
              <a:lnSpc>
                <a:spcPct val="100000"/>
              </a:lnSpc>
              <a:defRPr b="1"/>
            </a:pPr>
            <a:r>
              <a:rPr lang="en-US" sz="900" b="1" i="0" u="none" strike="noStrike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Date</a:t>
            </a:r>
            <a:endParaRPr lang="en-US" sz="900" b="1" i="0" u="none" strike="noStrike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" name="AutoShape 3"/>
          <p:cNvSpPr/>
          <p:nvPr>
            <p:ph type="body" sz="quarter" idx="4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0" indent="0" algn="ctr">
              <a:lnSpc>
                <a:spcPct val="100000"/>
              </a:lnSpc>
              <a:defRPr b="1"/>
            </a:pPr>
            <a:r>
              <a:rPr lang="en-US" sz="900" b="1" i="0" u="none" strike="noStrike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Footer</a:t>
            </a:r>
            <a:endParaRPr lang="en-US" sz="900" b="1" i="0" u="none" strike="noStrike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4" name="AutoShape 4"/>
          <p:cNvSpPr/>
          <p:nvPr>
            <p:ph type="body" sz="quarter" idx="5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1" i="0" u="none" strike="noStrike" spc="0">
                <a:solidFill>
                  <a:srgbClr val="3D6073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0" indent="0" algn="r">
              <a:lnSpc>
                <a:spcPct val="100000"/>
              </a:lnSpc>
              <a:defRPr b="1"/>
            </a:pPr>
            <a:fld id="{FD072A81-FAD2-463B-8B1C-307613E9021B}" type="slidenum">
              <a:rPr sz="900" b="1" i="0" u="none" strike="noStrike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</a:fld>
            <a:endParaRPr sz="900" b="1" i="0" u="none" strike="noStrike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51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24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0" indent="0" algn="l">
              <a:lnSpc>
                <a:spcPct val="92000"/>
              </a:lnSpc>
              <a:defRPr b="1"/>
            </a:pPr>
            <a:r>
              <a:rPr lang="en-US" sz="2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Click to add title</a:t>
            </a:r>
            <a:endParaRPr lang="en-US" sz="2400" b="1" i="0" u="none" strike="noStrike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" name="AutoShape 3"/>
          <p:cNvSpPr/>
          <p:nvPr>
            <p:ph type="body" sz="quarter" idx="52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4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457200" indent="-381000" algn="l">
              <a:lnSpc>
                <a:spcPct val="92000"/>
              </a:lnSpc>
              <a:spcBef>
                <a:spcPts val="800"/>
              </a:spcBef>
              <a:defRPr b="1"/>
            </a:pPr>
            <a:r>
              <a:rPr lang="en-US" sz="2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Click to add text</a:t>
            </a:r>
            <a:endParaRPr lang="en-US" sz="2400" b="1" i="0" u="none" strike="noStrike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4" name="AutoShape 4"/>
          <p:cNvSpPr/>
          <p:nvPr>
            <p:ph type="body" sz="quarter" idx="53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2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  <a:defRPr b="1"/>
            </a:pPr>
            <a:r>
              <a:rPr lang="en-US" sz="12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Click to add text</a:t>
            </a:r>
            <a:endParaRPr lang="en-US" sz="1200" b="1" i="0" u="none" strike="noStrike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5" name="AutoShape 5"/>
          <p:cNvSpPr/>
          <p:nvPr>
            <p:ph type="body" sz="quarter" idx="5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0" indent="0" algn="l">
              <a:lnSpc>
                <a:spcPct val="100000"/>
              </a:lnSpc>
              <a:defRPr b="1"/>
            </a:pPr>
            <a:r>
              <a:rPr lang="en-US" sz="900" b="1" i="0" u="none" strike="noStrike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Date</a:t>
            </a:r>
            <a:endParaRPr lang="en-US" sz="900" b="1" i="0" u="none" strike="noStrike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6" name="AutoShape 6"/>
          <p:cNvSpPr/>
          <p:nvPr>
            <p:ph type="body" sz="quarter" idx="5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0" indent="0" algn="ctr">
              <a:lnSpc>
                <a:spcPct val="100000"/>
              </a:lnSpc>
              <a:defRPr b="1"/>
            </a:pPr>
            <a:r>
              <a:rPr lang="en-US" sz="900" b="1" i="0" u="none" strike="noStrike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Footer</a:t>
            </a:r>
            <a:endParaRPr lang="en-US" sz="900" b="1" i="0" u="none" strike="noStrike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7" name="AutoShape 7"/>
          <p:cNvSpPr/>
          <p:nvPr>
            <p:ph type="body" sz="quarter" idx="5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1" i="0" u="none" strike="noStrike" spc="0">
                <a:solidFill>
                  <a:srgbClr val="3D6073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0" indent="0" algn="r">
              <a:lnSpc>
                <a:spcPct val="100000"/>
              </a:lnSpc>
              <a:defRPr b="1"/>
            </a:pPr>
            <a:fld id="{EABF2B90-AF9F-420E-BC4E-F43709C4CCCE}" type="slidenum">
              <a:rPr sz="900" b="1" i="0" u="none" strike="noStrike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</a:fld>
            <a:endParaRPr sz="900" b="1" i="0" u="none" strike="noStrike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57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2000"/>
              </a:lnSpc>
              <a:defRPr sz="24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0" indent="0" algn="l">
              <a:lnSpc>
                <a:spcPct val="92000"/>
              </a:lnSpc>
              <a:defRPr b="1"/>
            </a:pPr>
            <a:r>
              <a:rPr lang="en-US" sz="2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Click to add title</a:t>
            </a:r>
            <a:endParaRPr lang="en-US" sz="2400" b="1" i="0" u="none" strike="noStrike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" name="AutoShape 3"/>
          <p:cNvSpPr/>
          <p:nvPr>
            <p:ph type="pic" sz="quarter" idx="58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algn="ctr">
              <a:defRPr b="1"/>
            </a:pPr>
            <a:endParaRPr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4" name="AutoShape 4"/>
          <p:cNvSpPr/>
          <p:nvPr>
            <p:ph type="body" sz="quarter" idx="59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12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457200" indent="-228600" algn="l">
              <a:lnSpc>
                <a:spcPct val="92000"/>
              </a:lnSpc>
              <a:spcBef>
                <a:spcPts val="800"/>
              </a:spcBef>
              <a:defRPr b="1"/>
            </a:pPr>
            <a:r>
              <a:rPr lang="en-US" sz="12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Click to add text</a:t>
            </a:r>
            <a:endParaRPr lang="en-US" sz="1200" b="1" i="0" u="none" strike="noStrike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5" name="AutoShape 5"/>
          <p:cNvSpPr/>
          <p:nvPr>
            <p:ph type="body" sz="quarter" idx="6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0" indent="0" algn="l">
              <a:lnSpc>
                <a:spcPct val="100000"/>
              </a:lnSpc>
              <a:defRPr b="1"/>
            </a:pPr>
            <a:r>
              <a:rPr lang="en-US" sz="900" b="1" i="0" u="none" strike="noStrike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Date</a:t>
            </a:r>
            <a:endParaRPr lang="en-US" sz="900" b="1" i="0" u="none" strike="noStrike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6" name="AutoShape 6"/>
          <p:cNvSpPr/>
          <p:nvPr>
            <p:ph type="body" sz="quarter" idx="6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0" indent="0" algn="ctr">
              <a:lnSpc>
                <a:spcPct val="100000"/>
              </a:lnSpc>
              <a:defRPr b="1"/>
            </a:pPr>
            <a:r>
              <a:rPr lang="en-US" sz="900" b="1" i="0" u="none" strike="noStrike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Footer</a:t>
            </a:r>
            <a:endParaRPr lang="en-US" sz="900" b="1" i="0" u="none" strike="noStrike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7" name="AutoShape 7"/>
          <p:cNvSpPr/>
          <p:nvPr>
            <p:ph type="body" sz="quarter" idx="62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1" i="0" u="none" strike="noStrike" spc="0">
                <a:solidFill>
                  <a:srgbClr val="3D6073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0" indent="0" algn="r">
              <a:lnSpc>
                <a:spcPct val="100000"/>
              </a:lnSpc>
              <a:defRPr b="1"/>
            </a:pPr>
            <a:fld id="{77D20EB8-BD70-431E-84B4-E39E4A0AF577}" type="slidenum">
              <a:rPr sz="900" b="1" i="0" u="none" strike="noStrike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</a:fld>
            <a:endParaRPr sz="900" b="1" i="0" u="none" strike="noStrike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63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0" indent="0" algn="l">
              <a:lnSpc>
                <a:spcPct val="92000"/>
              </a:lnSpc>
              <a:defRPr b="1"/>
            </a:pPr>
            <a:r>
              <a:rPr lang="en-US" sz="33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Click to add title</a:t>
            </a:r>
            <a:endParaRPr lang="en-US" sz="3300" b="1" i="0" u="none" strike="noStrike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" name="AutoShape 3"/>
          <p:cNvSpPr/>
          <p:nvPr>
            <p:ph type="body" sz="quarter" idx="64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  <a:defRPr b="1"/>
            </a:pPr>
            <a:r>
              <a:rPr lang="en-US" sz="21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Click to add text</a:t>
            </a:r>
            <a:endParaRPr lang="en-US" sz="2100" b="1" i="0" u="none" strike="noStrike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4" name="AutoShape 4"/>
          <p:cNvSpPr/>
          <p:nvPr>
            <p:ph type="body" sz="quarter" idx="6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0" indent="0" algn="l">
              <a:lnSpc>
                <a:spcPct val="100000"/>
              </a:lnSpc>
              <a:defRPr b="1"/>
            </a:pPr>
            <a:r>
              <a:rPr lang="en-US" sz="900" b="1" i="0" u="none" strike="noStrike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Date</a:t>
            </a:r>
            <a:endParaRPr lang="en-US" sz="900" b="1" i="0" u="none" strike="noStrike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5" name="AutoShape 5"/>
          <p:cNvSpPr/>
          <p:nvPr>
            <p:ph type="body" sz="quarter" idx="6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0" indent="0" algn="ctr">
              <a:lnSpc>
                <a:spcPct val="100000"/>
              </a:lnSpc>
              <a:defRPr b="1"/>
            </a:pPr>
            <a:r>
              <a:rPr lang="en-US" sz="900" b="1" i="0" u="none" strike="noStrike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Footer</a:t>
            </a:r>
            <a:endParaRPr lang="en-US" sz="900" b="1" i="0" u="none" strike="noStrike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6" name="AutoShape 6"/>
          <p:cNvSpPr/>
          <p:nvPr>
            <p:ph type="body" sz="quarter" idx="67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1" i="0" u="none" strike="noStrike" spc="0">
                <a:solidFill>
                  <a:srgbClr val="3D6073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0" indent="0" algn="r">
              <a:lnSpc>
                <a:spcPct val="100000"/>
              </a:lnSpc>
              <a:defRPr b="1"/>
            </a:pPr>
            <a:fld id="{E67427AF-31D6-4A33-A41D-B13F642BC886}" type="slidenum">
              <a:rPr sz="900" b="1" i="0" u="none" strike="noStrike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</a:fld>
            <a:endParaRPr sz="900" b="1" i="0" u="none" strike="noStrike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68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2000"/>
              </a:lnSpc>
              <a:defRPr sz="33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0" indent="0" algn="l">
              <a:lnSpc>
                <a:spcPct val="92000"/>
              </a:lnSpc>
              <a:defRPr b="1"/>
            </a:pPr>
            <a:r>
              <a:rPr lang="en-US" sz="33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Click to add title</a:t>
            </a:r>
            <a:endParaRPr lang="en-US" sz="3300" b="1" i="0" u="none" strike="noStrike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" name="AutoShape 3"/>
          <p:cNvSpPr/>
          <p:nvPr>
            <p:ph type="body" sz="quarter" idx="69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2000"/>
              </a:lnSpc>
              <a:defRPr sz="21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457200" indent="-317500" algn="l">
              <a:lnSpc>
                <a:spcPct val="92000"/>
              </a:lnSpc>
              <a:spcBef>
                <a:spcPts val="800"/>
              </a:spcBef>
              <a:defRPr b="1"/>
            </a:pPr>
            <a:r>
              <a:rPr lang="en-US" sz="21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Click to add text</a:t>
            </a:r>
            <a:endParaRPr lang="en-US" sz="2100" b="1" i="0" u="none" strike="noStrike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4" name="AutoShape 4"/>
          <p:cNvSpPr/>
          <p:nvPr>
            <p:ph type="body" sz="quarter" idx="7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0" indent="0" algn="l">
              <a:lnSpc>
                <a:spcPct val="100000"/>
              </a:lnSpc>
              <a:defRPr b="1"/>
            </a:pPr>
            <a:r>
              <a:rPr lang="en-US" sz="900" b="1" i="0" u="none" strike="noStrike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Date</a:t>
            </a:r>
            <a:endParaRPr lang="en-US" sz="900" b="1" i="0" u="none" strike="noStrike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5" name="AutoShape 5"/>
          <p:cNvSpPr/>
          <p:nvPr>
            <p:ph type="body" sz="quarter" idx="7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0" indent="0" algn="ctr">
              <a:lnSpc>
                <a:spcPct val="100000"/>
              </a:lnSpc>
              <a:defRPr b="1"/>
            </a:pPr>
            <a:r>
              <a:rPr lang="en-US" sz="900" b="1" i="0" u="none" strike="noStrike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Footer</a:t>
            </a:r>
            <a:endParaRPr lang="en-US" sz="900" b="1" i="0" u="none" strike="noStrike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6" name="AutoShape 6"/>
          <p:cNvSpPr/>
          <p:nvPr>
            <p:ph type="body" sz="quarter" idx="72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1" i="0" u="none" strike="noStrike" spc="0">
                <a:solidFill>
                  <a:srgbClr val="3D6073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0" indent="0" algn="r">
              <a:lnSpc>
                <a:spcPct val="100000"/>
              </a:lnSpc>
              <a:defRPr b="1"/>
            </a:pPr>
            <a:fld id="{EA08F8DB-3B57-4915-96D7-F8B9F1632494}" type="slidenum">
              <a:rPr sz="900" b="1" i="0" u="none" strike="noStrike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</a:fld>
            <a:endParaRPr sz="900" b="1" i="0" u="none" strike="noStrike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1">
                <a:solidFill>
                  <a:schemeClr val="tx1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1">
                <a:solidFill>
                  <a:schemeClr val="tx1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1">
                <a:solidFill>
                  <a:schemeClr val="tx1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1">
                <a:solidFill>
                  <a:schemeClr val="tx1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1">
                <a:solidFill>
                  <a:schemeClr val="tx1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9" Type="http://schemas.openxmlformats.org/officeDocument/2006/relationships/slideLayout" Target="../slideLayouts/slideLayout9.xml" /><Relationship Id="rId8" Type="http://schemas.openxmlformats.org/officeDocument/2006/relationships/slideLayout" Target="../slideLayouts/slideLayout8.xml" /><Relationship Id="rId7" Type="http://schemas.openxmlformats.org/officeDocument/2006/relationships/slideLayout" Target="../slideLayouts/slideLayout7.xml" /><Relationship Id="rId6" Type="http://schemas.openxmlformats.org/officeDocument/2006/relationships/slideLayout" Target="../slideLayouts/slideLayout6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2" Type="http://schemas.openxmlformats.org/officeDocument/2006/relationships/theme" Target="../theme/theme1.xml" /><Relationship Id="rId11" Type="http://schemas.openxmlformats.org/officeDocument/2006/relationships/slideLayout" Target="../slideLayouts/slideLayout11.xml" /><Relationship Id="rId10" Type="http://schemas.openxmlformats.org/officeDocument/2006/relationships/slideLayout" Target="../slideLayouts/slideLayout10.xml" /><Relationship Id="rId1" Type="http://schemas.openxmlformats.org/officeDocument/2006/relationships/slideLayout" Target="../slideLayouts/slideLayout1.xml" /></Relationships>
</file>

<file path=ppt/slideMasters/_rels/slideMaster2.xml.rels><?xml version='1.0' encoding='utf-8'?>
<Relationships xmlns="http://schemas.openxmlformats.org/package/2006/relationships"><Relationship Id="rId6" Type="http://schemas.openxmlformats.org/officeDocument/2006/relationships/theme" Target="../theme/theme2.xml" /><Relationship Id="rId5" Type="http://schemas.openxmlformats.org/officeDocument/2006/relationships/slideLayout" Target="../slideLayouts/slideLayout16.xml" /><Relationship Id="rId4" Type="http://schemas.openxmlformats.org/officeDocument/2006/relationships/slideLayout" Target="../slideLayouts/slideLayout15.xml" /><Relationship Id="rId3" Type="http://schemas.openxmlformats.org/officeDocument/2006/relationships/slideLayout" Target="../slideLayouts/slideLayout14.xml" /><Relationship Id="rId2" Type="http://schemas.openxmlformats.org/officeDocument/2006/relationships/slideLayout" Target="../slideLayouts/slideLayout13.xml" /><Relationship Id="rId1" Type="http://schemas.openxmlformats.org/officeDocument/2006/relationships/slideLayout" Target="../slideLayouts/slideLayout12.xml" /></Relationships>
</file>

<file path=ppt/slideMasters/_rels/slideMaster3.xml.rels><?xml version='1.0' encoding='utf-8'?>
<Relationships xmlns="http://schemas.openxmlformats.org/package/2006/relationships"><Relationship Id="rId9" Type="http://schemas.openxmlformats.org/officeDocument/2006/relationships/slideLayout" Target="../slideLayouts/slideLayout25.xml" /><Relationship Id="rId8" Type="http://schemas.openxmlformats.org/officeDocument/2006/relationships/slideLayout" Target="../slideLayouts/slideLayout24.xml" /><Relationship Id="rId7" Type="http://schemas.openxmlformats.org/officeDocument/2006/relationships/slideLayout" Target="../slideLayouts/slideLayout23.xml" /><Relationship Id="rId6" Type="http://schemas.openxmlformats.org/officeDocument/2006/relationships/slideLayout" Target="../slideLayouts/slideLayout22.xml" /><Relationship Id="rId5" Type="http://schemas.openxmlformats.org/officeDocument/2006/relationships/slideLayout" Target="../slideLayouts/slideLayout21.xml" /><Relationship Id="rId4" Type="http://schemas.openxmlformats.org/officeDocument/2006/relationships/slideLayout" Target="../slideLayouts/slideLayout20.xml" /><Relationship Id="rId3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18.xml" /><Relationship Id="rId12" Type="http://schemas.openxmlformats.org/officeDocument/2006/relationships/theme" Target="../theme/theme3.xml" /><Relationship Id="rId11" Type="http://schemas.openxmlformats.org/officeDocument/2006/relationships/slideLayout" Target="../slideLayouts/slideLayout27.xml" /><Relationship Id="rId10" Type="http://schemas.openxmlformats.org/officeDocument/2006/relationships/slideLayout" Target="../slideLayouts/slideLayout26.xml" /><Relationship Id="rId1" Type="http://schemas.openxmlformats.org/officeDocument/2006/relationships/slideLayout" Target="../slideLayouts/slideLayout17.xml" /></Relationships>
</file>

<file path=ppt/slideMasters/_rels/slideMaster4.xml.rels><?xml version='1.0' encoding='utf-8'?>
<Relationships xmlns="http://schemas.openxmlformats.org/package/2006/relationships"><Relationship Id="rId7" Type="http://schemas.openxmlformats.org/officeDocument/2006/relationships/theme" Target="../theme/theme4.xml" /><Relationship Id="rId6" Type="http://schemas.openxmlformats.org/officeDocument/2006/relationships/slideLayout" Target="../slideLayouts/slideLayout33.xml" /><Relationship Id="rId5" Type="http://schemas.openxmlformats.org/officeDocument/2006/relationships/slideLayout" Target="../slideLayouts/slideLayout32.xml" /><Relationship Id="rId4" Type="http://schemas.openxmlformats.org/officeDocument/2006/relationships/slideLayout" Target="../slideLayouts/slideLayout31.xml" /><Relationship Id="rId3" Type="http://schemas.openxmlformats.org/officeDocument/2006/relationships/slideLayout" Target="../slideLayouts/slideLayout30.xml" /><Relationship Id="rId2" Type="http://schemas.openxmlformats.org/officeDocument/2006/relationships/slideLayout" Target="../slideLayouts/slideLayout29.xml" /><Relationship Id="rId1" Type="http://schemas.openxmlformats.org/officeDocument/2006/relationships/slideLayout" Target="../slideLayouts/slideLayout28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Source Han Sans SC Heavy"/>
              <a:buNone/>
              <a:defRPr sz="3300" b="1" i="0" u="none" strike="noStrike" cap="none">
                <a:solidFill>
                  <a:schemeClr val="dk1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Source Han Sans SC Heavy"/>
              <a:buChar char="•"/>
              <a:defRPr sz="2100" b="1" i="0" u="none" strike="noStrike" cap="none">
                <a:solidFill>
                  <a:schemeClr val="dk1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Han Sans SC Heavy"/>
              <a:buChar char="•"/>
              <a:defRPr sz="1800" b="1" i="0" u="none" strike="noStrike" cap="none">
                <a:solidFill>
                  <a:schemeClr val="dk1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ource Han Sans SC Heavy"/>
              <a:buChar char="•"/>
              <a:defRPr sz="1500" b="1" i="0" u="none" strike="noStrike" cap="none">
                <a:solidFill>
                  <a:schemeClr val="dk1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Han Sans SC Heavy"/>
              <a:buChar char="•"/>
              <a:defRPr sz="1400" b="1" i="0" u="none" strike="noStrike" cap="none">
                <a:solidFill>
                  <a:schemeClr val="dk1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Han Sans SC Heavy"/>
              <a:buChar char="•"/>
              <a:defRPr sz="1400" b="1" i="0" u="none" strike="noStrike" cap="none">
                <a:solidFill>
                  <a:schemeClr val="dk1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Han Sans SC Heavy"/>
              <a:buChar char="•"/>
              <a:defRPr sz="1400" b="1" i="0" u="none" strike="noStrike" cap="none">
                <a:solidFill>
                  <a:schemeClr val="dk1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Han Sans SC Heavy"/>
              <a:buChar char="•"/>
              <a:defRPr sz="1400" b="1" i="0" u="none" strike="noStrike" cap="none">
                <a:solidFill>
                  <a:schemeClr val="dk1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Han Sans SC Heavy"/>
              <a:buChar char="•"/>
              <a:defRPr sz="1400" b="1" i="0" u="none" strike="noStrike" cap="none">
                <a:solidFill>
                  <a:schemeClr val="dk1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Han Sans SC Heavy"/>
              <a:buChar char="•"/>
              <a:defRPr sz="1400" b="1" i="0" u="none" strike="noStrike" cap="none">
                <a:solidFill>
                  <a:schemeClr val="dk1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1" i="0" u="none" strike="noStrike" cap="none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1" i="0" u="none" strike="noStrike" cap="none">
                <a:solidFill>
                  <a:schemeClr val="dk1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1" i="0" u="none" strike="noStrike" cap="none">
                <a:solidFill>
                  <a:schemeClr val="dk1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1" i="0" u="none" strike="noStrike" cap="none">
                <a:solidFill>
                  <a:schemeClr val="dk1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1" i="0" u="none" strike="noStrike" cap="none">
                <a:solidFill>
                  <a:schemeClr val="dk1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1" i="0" u="none" strike="noStrike" cap="none">
                <a:solidFill>
                  <a:schemeClr val="dk1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1" i="0" u="none" strike="noStrike" cap="none">
                <a:solidFill>
                  <a:schemeClr val="dk1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1" i="0" u="none" strike="noStrike" cap="none">
                <a:solidFill>
                  <a:schemeClr val="dk1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1" i="0" u="none" strike="noStrike" cap="none">
                <a:solidFill>
                  <a:schemeClr val="dk1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1" i="0" u="none" strike="noStrike" cap="none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1" i="0" u="none" strike="noStrike" cap="none">
                <a:solidFill>
                  <a:schemeClr val="dk1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1" i="0" u="none" strike="noStrike" cap="none">
                <a:solidFill>
                  <a:schemeClr val="dk1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1" i="0" u="none" strike="noStrike" cap="none">
                <a:solidFill>
                  <a:schemeClr val="dk1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1" i="0" u="none" strike="noStrike" cap="none">
                <a:solidFill>
                  <a:schemeClr val="dk1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1" i="0" u="none" strike="noStrike" cap="none">
                <a:solidFill>
                  <a:schemeClr val="dk1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1" i="0" u="none" strike="noStrike" cap="none">
                <a:solidFill>
                  <a:schemeClr val="dk1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1" i="0" u="none" strike="noStrike" cap="none">
                <a:solidFill>
                  <a:schemeClr val="dk1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1" i="0" u="none" strike="noStrike" cap="none">
                <a:solidFill>
                  <a:schemeClr val="dk1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1" i="0" u="none" strike="noStrike" cap="none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1" i="0" u="none" strike="noStrike" cap="none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1" i="0" u="none" strike="noStrike" cap="none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1" i="0" u="none" strike="noStrike" cap="none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1" i="0" u="none" strike="noStrike" cap="none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1" i="0" u="none" strike="noStrike" cap="none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1" i="0" u="none" strike="noStrike" cap="none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1" i="0" u="none" strike="noStrike" cap="none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1" i="0" u="none" strike="noStrike" cap="none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 b="1"/>
            </a:pPr>
            <a:fld id="{00000000-1234-1234-1234-123412341234}" type="slidenum">
              <a:rPr lang="zh-CN" b="1"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</a:fld>
            <a:endParaRPr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utoShape 1"/>
          <p:cNvSpPr/>
          <p:nvPr>
            <p:ph type="body" sz="quarter" idx="10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100000"/>
              </a:lnSpc>
              <a:defRPr sz="33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0" indent="0" algn="l">
              <a:lnSpc>
                <a:spcPct val="100000"/>
              </a:lnSpc>
              <a:defRPr b="1"/>
            </a:pPr>
            <a:r>
              <a:rPr lang="en-US" sz="33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Click to add title</a:t>
            </a:r>
            <a:endParaRPr lang="en-US" sz="3300" b="1" i="0" u="none" strike="noStrike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" name="AutoShape 2"/>
          <p:cNvSpPr/>
          <p:nvPr>
            <p:ph type="body" sz="quarter" idx="11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100000"/>
              </a:lnSpc>
              <a:defRPr sz="21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0" indent="0" algn="l">
              <a:lnSpc>
                <a:spcPct val="100000"/>
              </a:lnSpc>
              <a:defRPr b="1"/>
            </a:pPr>
            <a:r>
              <a:rPr lang="en-US" sz="21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Click to add text</a:t>
            </a:r>
            <a:endParaRPr lang="en-US" sz="2100" b="1" i="0" u="none" strike="noStrike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" name="AutoShape 3"/>
          <p:cNvSpPr/>
          <p:nvPr>
            <p:ph type="body" sz="quarter" idx="1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0" indent="0" algn="l">
              <a:lnSpc>
                <a:spcPct val="100000"/>
              </a:lnSpc>
              <a:defRPr b="1"/>
            </a:pPr>
            <a:r>
              <a:rPr lang="en-US" sz="900" b="1" i="0" u="none" strike="noStrike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Date</a:t>
            </a:r>
            <a:endParaRPr lang="en-US" sz="900" b="1" i="0" u="none" strike="noStrike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4" name="AutoShape 4"/>
          <p:cNvSpPr/>
          <p:nvPr>
            <p:ph type="body" sz="quarter" idx="1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1" i="0" u="none" strike="noStrike" spc="0">
                <a:solidFill>
                  <a:srgbClr val="123B5D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0" indent="0" algn="ctr">
              <a:lnSpc>
                <a:spcPct val="100000"/>
              </a:lnSpc>
              <a:defRPr b="1"/>
            </a:pPr>
            <a:r>
              <a:rPr lang="en-US" sz="900" b="1" i="0" u="none" strike="noStrike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Footer</a:t>
            </a:r>
            <a:endParaRPr lang="en-US" sz="900" b="1" i="0" u="none" strike="noStrike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6" name="AutoShape 6"/>
          <p:cNvSpPr/>
          <p:nvPr>
            <p:ph type="body" sz="quarter" idx="14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1" i="0" u="none" strike="noStrike" spc="0">
                <a:solidFill>
                  <a:srgbClr val="3D6073">
                    <a:alpha val="100000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lvl1pPr>
          </a:lstStyle>
          <a:p>
            <a:pPr marL="0" indent="0" algn="r">
              <a:lnSpc>
                <a:spcPct val="100000"/>
              </a:lnSpc>
              <a:defRPr b="1"/>
            </a:pPr>
            <a:fld id="{1FE7210B-568B-494D-902B-E523C6A7B482}" type="slidenum">
              <a:rPr sz="900" b="1" i="0" u="none" strike="noStrike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</a:fld>
            <a:endParaRPr sz="900" b="1" i="0" u="none" strike="noStrike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123B5D"/>
        </a:buClr>
        <a:buFont typeface="Source Han Sans SC Heavy"/>
        <a:defRPr sz="1400" b="1" i="0" u="none" strike="noStrike" cap="none">
          <a:solidFill>
            <a:srgbClr val="123B5D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 b="1">
          <a:solidFill>
            <a:schemeClr val="tx1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 b="1">
          <a:solidFill>
            <a:schemeClr val="tx1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 b="1">
          <a:solidFill>
            <a:schemeClr val="tx1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 b="1">
          <a:solidFill>
            <a:schemeClr val="tx1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 b="1">
          <a:solidFill>
            <a:schemeClr val="tx1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 b="1">
          <a:solidFill>
            <a:schemeClr val="tx1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 b="1">
          <a:solidFill>
            <a:schemeClr val="tx1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 b="1">
          <a:solidFill>
            <a:schemeClr val="tx1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 b="1">
          <a:solidFill>
            <a:schemeClr val="tx1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 b="1">
          <a:solidFill>
            <a:schemeClr val="tx1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9pPr>
    </p:bodyStyle>
    <p:otherStyle>
      <a:lvl1pPr marL="0" algn="l">
        <a:buNone/>
        <a:defRPr sz="1800" b="1">
          <a:solidFill>
            <a:schemeClr val="tx1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1pPr>
      <a:lvl2pPr marL="457200" algn="l">
        <a:buNone/>
        <a:defRPr sz="1800" b="1">
          <a:solidFill>
            <a:schemeClr val="tx1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2pPr>
      <a:lvl3pPr marL="914400" algn="l">
        <a:buNone/>
        <a:defRPr sz="1800" b="1">
          <a:solidFill>
            <a:schemeClr val="tx1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3pPr>
      <a:lvl4pPr marL="1371600" algn="l">
        <a:buNone/>
        <a:defRPr sz="1800" b="1">
          <a:solidFill>
            <a:schemeClr val="tx1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4pPr>
      <a:lvl5pPr marL="1828800" algn="l">
        <a:buNone/>
        <a:defRPr sz="1800" b="1">
          <a:solidFill>
            <a:schemeClr val="tx1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5pPr>
      <a:lvl6pPr marL="2286000" algn="l">
        <a:buNone/>
        <a:defRPr sz="1800" b="1">
          <a:solidFill>
            <a:schemeClr val="tx1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6pPr>
      <a:lvl7pPr marL="2743200" algn="l">
        <a:buNone/>
        <a:defRPr sz="1800" b="1">
          <a:solidFill>
            <a:schemeClr val="tx1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7pPr>
      <a:lvl8pPr marL="3200400" algn="l">
        <a:buNone/>
        <a:defRPr sz="1800" b="1">
          <a:solidFill>
            <a:schemeClr val="tx1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8pPr>
      <a:lvl9pPr marL="3657600" algn="l">
        <a:buNone/>
        <a:defRPr sz="1800" b="1">
          <a:solidFill>
            <a:schemeClr val="tx1"/>
          </a:solidFill>
          <a:latin typeface="Source Han Sans SC Heavy"/>
          <a:ea typeface="Source Han Sans SC Heavy"/>
          <a:cs typeface="Source Han Sans SC Heavy"/>
          <a:sym typeface="Source Han Sans SC Heavy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3" Type="http://schemas.openxmlformats.org/officeDocument/2006/relationships/slideLayout" Target="../slideLayouts/slideLayout12.xml" /><Relationship Id="rId2" Type="http://schemas.openxmlformats.org/officeDocument/2006/relationships/image" Target="../media/image2.png" /><Relationship Id="rId1" Type="http://schemas.openxmlformats.org/officeDocument/2006/relationships/image" Target="../media/image1.png" /></Relationships>
</file>

<file path=ppt/slides/_rels/slide2.xml.rels><?xml version='1.0' encoding='utf-8'?>
<Relationships xmlns="http://schemas.openxmlformats.org/package/2006/relationships"><Relationship Id="rId3" Type="http://schemas.openxmlformats.org/officeDocument/2006/relationships/slideLayout" Target="../slideLayouts/slideLayout12.xml" /><Relationship Id="rId2" Type="http://schemas.openxmlformats.org/officeDocument/2006/relationships/image" Target="../media/image2.png" /><Relationship Id="rId1" Type="http://schemas.openxmlformats.org/officeDocument/2006/relationships/image" Target="../media/image3.png" /></Relationships>
</file>

<file path=ppt/slides/_rels/slide3.xml.rels><?xml version='1.0' encoding='utf-8'?>
<Relationships xmlns="http://schemas.openxmlformats.org/package/2006/relationships"><Relationship Id="rId3" Type="http://schemas.openxmlformats.org/officeDocument/2006/relationships/slideLayout" Target="../slideLayouts/slideLayout33.xml" /><Relationship Id="rId2" Type="http://schemas.openxmlformats.org/officeDocument/2006/relationships/image" Target="../media/image5.png" /><Relationship Id="rId1" Type="http://schemas.openxmlformats.org/officeDocument/2006/relationships/image" Target="../media/image4.png" /></Relationships>
</file>

<file path=ppt/slides/_rels/slide6.xml.rels><?xml version='1.0' encoding='utf-8'?>
<Relationships xmlns="http://schemas.openxmlformats.org/package/2006/relationships"><Relationship Id="rId5" Type="http://schemas.openxmlformats.org/officeDocument/2006/relationships/slideLayout" Target="../slideLayouts/slideLayout12.xml" /><Relationship Id="rId4" Type="http://schemas.openxmlformats.org/officeDocument/2006/relationships/image" Target="../media/image5.png" /><Relationship Id="rId3" Type="http://schemas.openxmlformats.org/officeDocument/2006/relationships/image" Target="../media/image7.svg" /><Relationship Id="rId2" Type="http://schemas.openxmlformats.org/officeDocument/2006/relationships/image" Target="../media/image6.png" /><Relationship Id="rId1" Type="http://schemas.openxmlformats.org/officeDocument/2006/relationships/image" Target="../media/image4.png" /></Relationships>
</file>

<file path=ppt/slides/_rels/slide13.xml.rels><?xml version='1.0' encoding='utf-8'?>
<Relationships xmlns="http://schemas.openxmlformats.org/package/2006/relationships"><Relationship Id="rId3" Type="http://schemas.openxmlformats.org/officeDocument/2006/relationships/slideLayout" Target="../slideLayouts/slideLayout33.xml" /><Relationship Id="rId2" Type="http://schemas.openxmlformats.org/officeDocument/2006/relationships/image" Target="../media/image5.png" /><Relationship Id="rId1" Type="http://schemas.openxmlformats.org/officeDocument/2006/relationships/image" Target="../media/image4.png" /></Relationships>
</file>

<file path=ppt/slides/_rels/slide14.xml.rels><?xml version='1.0' encoding='utf-8'?>
<Relationships xmlns="http://schemas.openxmlformats.org/package/2006/relationships"><Relationship Id="rId9" Type="http://schemas.openxmlformats.org/officeDocument/2006/relationships/slideLayout" Target="../slideLayouts/slideLayout15.xml" /><Relationship Id="rId8" Type="http://schemas.openxmlformats.org/officeDocument/2006/relationships/image" Target="../media/image5.png" /><Relationship Id="rId7" Type="http://schemas.openxmlformats.org/officeDocument/2006/relationships/image" Target="../media/image17.jpeg" /><Relationship Id="rId6" Type="http://schemas.openxmlformats.org/officeDocument/2006/relationships/image" Target="../media/image16.jpeg" /><Relationship Id="rId5" Type="http://schemas.openxmlformats.org/officeDocument/2006/relationships/image" Target="../media/image15.jpeg" /><Relationship Id="rId4" Type="http://schemas.openxmlformats.org/officeDocument/2006/relationships/image" Target="../media/image14.jpeg" /><Relationship Id="rId3" Type="http://schemas.openxmlformats.org/officeDocument/2006/relationships/image" Target="../media/image13.jpeg" /><Relationship Id="rId2" Type="http://schemas.openxmlformats.org/officeDocument/2006/relationships/image" Target="../media/image12.jpeg" /><Relationship Id="rId1" Type="http://schemas.openxmlformats.org/officeDocument/2006/relationships/image" Target="../media/image4.png" /></Relationships>
</file>

<file path=ppt/slides/_rels/slide26.xml.rels><?xml version='1.0' encoding='utf-8'?>
<Relationships xmlns="http://schemas.openxmlformats.org/package/2006/relationships"><Relationship Id="rId4" Type="http://schemas.openxmlformats.org/officeDocument/2006/relationships/slideLayout" Target="../slideLayouts/slideLayout12.xml" /><Relationship Id="rId3" Type="http://schemas.openxmlformats.org/officeDocument/2006/relationships/image" Target="../media/image5.png" /><Relationship Id="rId2" Type="http://schemas.openxmlformats.org/officeDocument/2006/relationships/image" Target="../media/image29.png" /><Relationship Id="rId1" Type="http://schemas.openxmlformats.org/officeDocument/2006/relationships/image" Target="../media/image4.png" /></Relationships>
</file>

<file path=ppt/slides/_rels/slide28.xml.rels><?xml version='1.0' encoding='utf-8'?>
<Relationships xmlns="http://schemas.openxmlformats.org/package/2006/relationships"><Relationship Id="rId2" Type="http://schemas.openxmlformats.org/officeDocument/2006/relationships/slideLayout" Target="../slideLayouts/slideLayout12.xml" /><Relationship Id="rId1" Type="http://schemas.openxmlformats.org/officeDocument/2006/relationships/image" Target="../media/image2.png" /></Relationships>
</file>

<file path=ppt/slides/_rels/slide31.xml.rels><?xml version='1.0' encoding='utf-8'?>
<Relationships xmlns="http://schemas.openxmlformats.org/package/2006/relationships"><Relationship Id="rId9" Type="http://schemas.openxmlformats.org/officeDocument/2006/relationships/image" Target="../media/image37.png" /><Relationship Id="rId8" Type="http://schemas.openxmlformats.org/officeDocument/2006/relationships/image" Target="../media/image36.svg" /><Relationship Id="rId7" Type="http://schemas.openxmlformats.org/officeDocument/2006/relationships/image" Target="../media/image35.png" /><Relationship Id="rId6" Type="http://schemas.openxmlformats.org/officeDocument/2006/relationships/image" Target="../media/image34.svg" /><Relationship Id="rId5" Type="http://schemas.openxmlformats.org/officeDocument/2006/relationships/image" Target="../media/image33.png" /><Relationship Id="rId4" Type="http://schemas.openxmlformats.org/officeDocument/2006/relationships/image" Target="../media/image7.svg" /><Relationship Id="rId3" Type="http://schemas.openxmlformats.org/officeDocument/2006/relationships/image" Target="../media/image32.png" /><Relationship Id="rId2" Type="http://schemas.openxmlformats.org/officeDocument/2006/relationships/image" Target="../media/image31.svg" /><Relationship Id="rId12" Type="http://schemas.openxmlformats.org/officeDocument/2006/relationships/slideLayout" Target="../slideLayouts/slideLayout12.xml" /><Relationship Id="rId11" Type="http://schemas.openxmlformats.org/officeDocument/2006/relationships/image" Target="../media/image2.png" /><Relationship Id="rId10" Type="http://schemas.openxmlformats.org/officeDocument/2006/relationships/image" Target="../media/image38.svg" /><Relationship Id="rId1" Type="http://schemas.openxmlformats.org/officeDocument/2006/relationships/image" Target="../media/image30.png" /></Relationships>
</file>

<file path=ppt/slides/_rels/slide32.xml.rels><?xml version='1.0' encoding='utf-8'?>
<Relationships xmlns="http://schemas.openxmlformats.org/package/2006/relationships"><Relationship Id="rId9" Type="http://schemas.openxmlformats.org/officeDocument/2006/relationships/slideLayout" Target="../slideLayouts/slideLayout12.xml" /><Relationship Id="rId8" Type="http://schemas.openxmlformats.org/officeDocument/2006/relationships/image" Target="../media/image5.png" /><Relationship Id="rId7" Type="http://schemas.openxmlformats.org/officeDocument/2006/relationships/image" Target="../media/image44.svg" /><Relationship Id="rId6" Type="http://schemas.openxmlformats.org/officeDocument/2006/relationships/image" Target="../media/image43.png" /><Relationship Id="rId5" Type="http://schemas.openxmlformats.org/officeDocument/2006/relationships/image" Target="../media/image42.svg" /><Relationship Id="rId4" Type="http://schemas.openxmlformats.org/officeDocument/2006/relationships/image" Target="../media/image41.png" /><Relationship Id="rId3" Type="http://schemas.openxmlformats.org/officeDocument/2006/relationships/image" Target="../media/image40.svg" /><Relationship Id="rId2" Type="http://schemas.openxmlformats.org/officeDocument/2006/relationships/image" Target="../media/image39.png" /><Relationship Id="rId1" Type="http://schemas.openxmlformats.org/officeDocument/2006/relationships/image" Target="../media/image4.png" /></Relationships>
</file>

<file path=ppt/slides/_rels/slide35.xml.rels><?xml version='1.0' encoding='utf-8'?>
<Relationships xmlns="http://schemas.openxmlformats.org/package/2006/relationships"><Relationship Id="rId5" Type="http://schemas.openxmlformats.org/officeDocument/2006/relationships/slideLayout" Target="../slideLayouts/slideLayout12.xml" /><Relationship Id="rId4" Type="http://schemas.openxmlformats.org/officeDocument/2006/relationships/image" Target="../media/image5.png" /><Relationship Id="rId3" Type="http://schemas.openxmlformats.org/officeDocument/2006/relationships/image" Target="../media/image47.svg" /><Relationship Id="rId2" Type="http://schemas.openxmlformats.org/officeDocument/2006/relationships/image" Target="../media/image46.png" /><Relationship Id="rId1" Type="http://schemas.openxmlformats.org/officeDocument/2006/relationships/image" Target="../media/image4.png" /></Relationships>
</file>

<file path=ppt/slides/_rels/slide36.xml.rels><?xml version='1.0' encoding='utf-8'?>
<Relationships xmlns="http://schemas.openxmlformats.org/package/2006/relationships"><Relationship Id="rId3" Type="http://schemas.openxmlformats.org/officeDocument/2006/relationships/slideLayout" Target="../slideLayouts/slideLayout12.xml" /><Relationship Id="rId2" Type="http://schemas.openxmlformats.org/officeDocument/2006/relationships/image" Target="../media/image5.png" /><Relationship Id="rId1" Type="http://schemas.openxmlformats.org/officeDocument/2006/relationships/image" Target="../media/image4.png" /></Relationships>
</file>

<file path=ppt/slides/_rels/slide43.xml.rels><?xml version='1.0' encoding='utf-8'?>
<Relationships xmlns="http://schemas.openxmlformats.org/package/2006/relationships"><Relationship Id="rId5" Type="http://schemas.openxmlformats.org/officeDocument/2006/relationships/slideLayout" Target="../slideLayouts/slideLayout12.xml" /><Relationship Id="rId4" Type="http://schemas.openxmlformats.org/officeDocument/2006/relationships/image" Target="../media/image5.png" /><Relationship Id="rId3" Type="http://schemas.openxmlformats.org/officeDocument/2006/relationships/image" Target="../media/image63.svg" /><Relationship Id="rId2" Type="http://schemas.openxmlformats.org/officeDocument/2006/relationships/image" Target="../media/image62.png" /><Relationship Id="rId1" Type="http://schemas.openxmlformats.org/officeDocument/2006/relationships/image" Target="../media/image4.png" /></Relationships>
</file>

<file path=ppt/slides/_rels/slide49.xml.rels><?xml version='1.0' encoding='utf-8'?>
<Relationships xmlns="http://schemas.openxmlformats.org/package/2006/relationships"><Relationship Id="rId5" Type="http://schemas.openxmlformats.org/officeDocument/2006/relationships/slideLayout" Target="../slideLayouts/slideLayout12.xml" /><Relationship Id="rId4" Type="http://schemas.openxmlformats.org/officeDocument/2006/relationships/image" Target="../media/image5.png" /><Relationship Id="rId3" Type="http://schemas.openxmlformats.org/officeDocument/2006/relationships/image" Target="../media/image65.png" /><Relationship Id="rId2" Type="http://schemas.openxmlformats.org/officeDocument/2006/relationships/image" Target="../media/image64.png" /><Relationship Id="rId1" Type="http://schemas.openxmlformats.org/officeDocument/2006/relationships/image" Target="../media/image4.png" /></Relationships>
</file>

<file path=ppt/slides/_rels/slide59.xml.rels><?xml version='1.0' encoding='utf-8'?>
<Relationships xmlns="http://schemas.openxmlformats.org/package/2006/relationships"><Relationship Id="rId9" Type="http://schemas.openxmlformats.org/officeDocument/2006/relationships/image" Target="../media/image98.svg" /><Relationship Id="rId8" Type="http://schemas.openxmlformats.org/officeDocument/2006/relationships/image" Target="../media/image97.png" /><Relationship Id="rId7" Type="http://schemas.openxmlformats.org/officeDocument/2006/relationships/image" Target="../media/image96.svg" /><Relationship Id="rId6" Type="http://schemas.openxmlformats.org/officeDocument/2006/relationships/image" Target="../media/image95.png" /><Relationship Id="rId5" Type="http://schemas.openxmlformats.org/officeDocument/2006/relationships/image" Target="../media/image94.svg" /><Relationship Id="rId4" Type="http://schemas.openxmlformats.org/officeDocument/2006/relationships/image" Target="../media/image93.png" /><Relationship Id="rId3" Type="http://schemas.openxmlformats.org/officeDocument/2006/relationships/image" Target="../media/image92.svg" /><Relationship Id="rId2" Type="http://schemas.openxmlformats.org/officeDocument/2006/relationships/image" Target="../media/image91.png" /><Relationship Id="rId11" Type="http://schemas.openxmlformats.org/officeDocument/2006/relationships/slideLayout" Target="../slideLayouts/slideLayout12.xml" /><Relationship Id="rId10" Type="http://schemas.openxmlformats.org/officeDocument/2006/relationships/image" Target="../media/image5.png" /><Relationship Id="rId1" Type="http://schemas.openxmlformats.org/officeDocument/2006/relationships/image" Target="../media/image4.png" /></Relationships>
</file>

<file path=ppt/slides/_rels/slide62.xml.rels><?xml version='1.0' encoding='utf-8'?>
<Relationships xmlns="http://schemas.openxmlformats.org/package/2006/relationships"><Relationship Id="rId3" Type="http://schemas.openxmlformats.org/officeDocument/2006/relationships/slideLayout" Target="../slideLayouts/slideLayout33.xml" /><Relationship Id="rId2" Type="http://schemas.openxmlformats.org/officeDocument/2006/relationships/image" Target="../media/image2.png" /><Relationship Id="rId1" Type="http://schemas.openxmlformats.org/officeDocument/2006/relationships/image" Target="../media/image99.png" /></Relationships>
</file>

<file path=ppt/slides/_rels/slide75.xml.rels><?xml version='1.0' encoding='utf-8'?>
<Relationships xmlns="http://schemas.openxmlformats.org/package/2006/relationships"><Relationship Id="rId3" Type="http://schemas.openxmlformats.org/officeDocument/2006/relationships/slideLayout" Target="../slideLayouts/slideLayout12.xml" /><Relationship Id="rId2" Type="http://schemas.openxmlformats.org/officeDocument/2006/relationships/image" Target="../media/image2.png" /><Relationship Id="rId1" Type="http://schemas.openxmlformats.org/officeDocument/2006/relationships/image" Target="../media/image100.png" /></Relationships>
</file>

<file path=ppt/slides/_rels/slide85.xml.rels><?xml version='1.0' encoding='utf-8'?>
<Relationships xmlns="http://schemas.openxmlformats.org/package/2006/relationships"><Relationship Id="rId3" Type="http://schemas.openxmlformats.org/officeDocument/2006/relationships/slideLayout" Target="../slideLayouts/slideLayout15.xml" /><Relationship Id="rId2" Type="http://schemas.openxmlformats.org/officeDocument/2006/relationships/image" Target="../media/image5.png" /><Relationship Id="rId1" Type="http://schemas.openxmlformats.org/officeDocument/2006/relationships/image" Target="../media/image4.png" /></Relationships>
</file>

<file path=ppt/slides/_rels/slide87.xml.rels><?xml version='1.0' encoding='utf-8'?>
<Relationships xmlns="http://schemas.openxmlformats.org/package/2006/relationships"><Relationship Id="rId3" Type="http://schemas.openxmlformats.org/officeDocument/2006/relationships/slideLayout" Target="../slideLayouts/slideLayout33.xml" /><Relationship Id="rId2" Type="http://schemas.openxmlformats.org/officeDocument/2006/relationships/image" Target="../media/image5.png" /><Relationship Id="rId1" Type="http://schemas.openxmlformats.org/officeDocument/2006/relationships/image" Target="../media/image4.png" /></Relationships>
</file>

<file path=ppt/slides/_rels/slide95.xml.rels><?xml version='1.0' encoding='utf-8'?>
<Relationships xmlns="http://schemas.openxmlformats.org/package/2006/relationships"><Relationship Id="rId3" Type="http://schemas.openxmlformats.org/officeDocument/2006/relationships/slideLayout" Target="../slideLayouts/slideLayout15.xml" /><Relationship Id="rId2" Type="http://schemas.openxmlformats.org/officeDocument/2006/relationships/image" Target="../media/image5.png" /><Relationship Id="rId1" Type="http://schemas.openxmlformats.org/officeDocument/2006/relationships/image" Target="../media/image4.png" /></Relationships>
</file>

<file path=ppt/slides/_rels/slide101.xml.rels><?xml version='1.0' encoding='utf-8'?>
<Relationships xmlns="http://schemas.openxmlformats.org/package/2006/relationships"><Relationship Id="rId5" Type="http://schemas.openxmlformats.org/officeDocument/2006/relationships/slideLayout" Target="../slideLayouts/slideLayout12.xml" /><Relationship Id="rId4" Type="http://schemas.openxmlformats.org/officeDocument/2006/relationships/image" Target="../media/image5.png" /><Relationship Id="rId3" Type="http://schemas.openxmlformats.org/officeDocument/2006/relationships/image" Target="../media/image108.svg" /><Relationship Id="rId2" Type="http://schemas.openxmlformats.org/officeDocument/2006/relationships/image" Target="../media/image107.png" /><Relationship Id="rId1" Type="http://schemas.openxmlformats.org/officeDocument/2006/relationships/image" Target="../media/image4.png" /></Relationships>
</file>

<file path=ppt/slides/_rels/slide102.xml.rels><?xml version='1.0' encoding='utf-8'?>
<Relationships xmlns="http://schemas.openxmlformats.org/package/2006/relationships"><Relationship Id="rId3" Type="http://schemas.openxmlformats.org/officeDocument/2006/relationships/slideLayout" Target="../slideLayouts/slideLayout12.xml" /><Relationship Id="rId2" Type="http://schemas.openxmlformats.org/officeDocument/2006/relationships/image" Target="../media/image5.png" /><Relationship Id="rId1" Type="http://schemas.openxmlformats.org/officeDocument/2006/relationships/image" Target="../media/image4.png" /></Relationships>
</file>

<file path=ppt/slides/_rels/slide104.xml.rels><?xml version='1.0' encoding='utf-8'?>
<Relationships xmlns="http://schemas.openxmlformats.org/package/2006/relationships"><Relationship Id="rId3" Type="http://schemas.openxmlformats.org/officeDocument/2006/relationships/slideLayout" Target="../slideLayouts/slideLayout12.xml" /><Relationship Id="rId2" Type="http://schemas.openxmlformats.org/officeDocument/2006/relationships/image" Target="../media/image5.png" /><Relationship Id="rId1" Type="http://schemas.openxmlformats.org/officeDocument/2006/relationships/image" Target="../media/image4.png" /></Relationships>
</file>

<file path=ppt/slides/_rels/slide105.xml.rels><?xml version='1.0' encoding='utf-8'?>
<Relationships xmlns="http://schemas.openxmlformats.org/package/2006/relationships"><Relationship Id="rId3" Type="http://schemas.openxmlformats.org/officeDocument/2006/relationships/slideLayout" Target="../slideLayouts/slideLayout12.xml" /><Relationship Id="rId2" Type="http://schemas.openxmlformats.org/officeDocument/2006/relationships/image" Target="../media/image5.png" /><Relationship Id="rId1" Type="http://schemas.openxmlformats.org/officeDocument/2006/relationships/image" Target="../media/image4.png" /></Relationships>
</file>

<file path=ppt/slides/_rels/slide109.xml.rels><?xml version='1.0' encoding='utf-8'?>
<Relationships xmlns="http://schemas.openxmlformats.org/package/2006/relationships"><Relationship Id="rId3" Type="http://schemas.openxmlformats.org/officeDocument/2006/relationships/slideLayout" Target="../slideLayouts/slideLayout12.xml" /><Relationship Id="rId2" Type="http://schemas.openxmlformats.org/officeDocument/2006/relationships/image" Target="../media/image5.png" /><Relationship Id="rId1" Type="http://schemas.openxmlformats.org/officeDocument/2006/relationships/image" Target="../media/image4.png" /></Relationships>
</file>

<file path=ppt/slides/_rels/slide118.xml.rels><?xml version='1.0' encoding='utf-8'?>
<Relationships xmlns="http://schemas.openxmlformats.org/package/2006/relationships"><Relationship Id="rId5" Type="http://schemas.openxmlformats.org/officeDocument/2006/relationships/slideLayout" Target="../slideLayouts/slideLayout12.xml" /><Relationship Id="rId4" Type="http://schemas.openxmlformats.org/officeDocument/2006/relationships/image" Target="../media/image5.png" /><Relationship Id="rId3" Type="http://schemas.openxmlformats.org/officeDocument/2006/relationships/image" Target="../media/image118.svg" /><Relationship Id="rId2" Type="http://schemas.openxmlformats.org/officeDocument/2006/relationships/image" Target="../media/image117.png" /><Relationship Id="rId1" Type="http://schemas.openxmlformats.org/officeDocument/2006/relationships/image" Target="../media/image4.png" /></Relationships>
</file>

<file path=ppt/slides/_rels/slide120.xml.rels><?xml version='1.0' encoding='utf-8'?>
<Relationships xmlns="http://schemas.openxmlformats.org/package/2006/relationships"><Relationship Id="rId3" Type="http://schemas.openxmlformats.org/officeDocument/2006/relationships/slideLayout" Target="../slideLayouts/slideLayout12.xml" /><Relationship Id="rId2" Type="http://schemas.openxmlformats.org/officeDocument/2006/relationships/image" Target="../media/image2.png" /><Relationship Id="rId1" Type="http://schemas.openxmlformats.org/officeDocument/2006/relationships/image" Target="../media/image119.png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23B5D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 t="8894" b="889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4" name="AutoShape 4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123B5D">
                  <a:alpha val="88000"/>
                </a:srgbClr>
              </a:gs>
              <a:gs pos="55000">
                <a:srgbClr val="123B5D">
                  <a:alpha val="55000"/>
                </a:srgbClr>
              </a:gs>
              <a:gs pos="100000">
                <a:srgbClr val="123B5D">
                  <a:alpha val="15000"/>
                </a:srgbClr>
              </a:gs>
            </a:gsLst>
            <a:lin ang="0"/>
          </a:gra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895350" y="318770"/>
            <a:ext cx="2110740" cy="28448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500" b="1" i="0" u="none" strike="noStrike" spc="300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️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969010" y="1750060"/>
            <a:ext cx="10820400" cy="8572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6600" b="1" i="0" u="none" strike="noStrike">
                <a:solidFill>
                  <a:srgbClr val="FFFFFF"/>
                </a:solidFill>
                <a:effectLst>
                  <a:outerShdw blurRad="114300" dist="25400" dir="2700000">
                    <a:srgbClr val="123B5D">
                      <a:alpha val="40000"/>
                    </a:srgbClr>
                  </a:outerShdw>
                </a:effectLst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把经验变成 AI 生产力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969010" y="3116580"/>
            <a:ext cx="10820400" cy="4857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42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2250" b="1" i="0" u="none" strike="noStrike">
                <a:solidFill>
                  <a:srgbClr val="EAF2F7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人人都能做出自己的 Skill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058545" y="3863340"/>
            <a:ext cx="533400" cy="381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8A999">
                  <a:alpha val="100000"/>
                </a:srgbClr>
              </a:gs>
              <a:gs pos="100000">
                <a:srgbClr val="18A999">
                  <a:alpha val="100000"/>
                </a:srgbClr>
              </a:gs>
            </a:gsLst>
            <a:lin ang="0"/>
          </a:gra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759585" y="3753485"/>
            <a:ext cx="1762125" cy="2571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680" b="1" i="0" u="none" strike="noStrike">
                <a:solidFill>
                  <a:srgbClr val="D6A84B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AI 时代的手艺传承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85800" y="5886450"/>
            <a:ext cx="102870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355" b="1" i="0" u="none" strike="noStrike">
                <a:solidFill>
                  <a:srgbClr val="EAF2F7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讲师：吴河图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905000" y="5905500"/>
            <a:ext cx="574040" cy="171450"/>
          </a:xfrm>
          <a:prstGeom prst="roundRect">
            <a:avLst>
              <a:gd name="adj" fmla="val 0"/>
            </a:avLst>
          </a:prstGeom>
          <a:solidFill>
            <a:srgbClr val="123B5D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2105025" y="5886450"/>
            <a:ext cx="21907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375" b="1" i="0" u="none" strike="noStrike">
                <a:solidFill>
                  <a:srgbClr val="EAF2F7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实操课程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4" name="AutoShape 14"/>
          <p:cNvSpPr txBox="1"/>
          <p:nvPr/>
        </p:nvSpPr>
        <p:spPr>
          <a:xfrm>
            <a:off x="798195" y="372110"/>
            <a:ext cx="4208780" cy="4603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2400" b="1" i="0" u="none" strike="noStrike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企业</a:t>
            </a:r>
            <a:r>
              <a:rPr lang="en-US" sz="2400" b="1" i="0" u="none" strike="noStrike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AI </a:t>
            </a:r>
            <a:r>
              <a:rPr lang="en-US" sz="2400" b="1" i="0" u="none" strike="noStrike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办公提效与创新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1001" name="河图统一页脚Logo"/>
          <p:cNvPicPr>
            <a:picLocks noChangeAspect="1"/>
          </p:cNvPicPr>
          <p:nvPr/>
        </p:nvPicPr>
        <p:blipFill>
          <a:blip r:embed="rId2"/>
          <a:srcRect l="6406" t="23611" r="6406" b="23472"/>
          <a:stretch>
            <a:fillRect/>
          </a:stretch>
        </p:blipFill>
        <p:spPr>
          <a:xfrm>
            <a:off x="609600" y="6315075"/>
            <a:ext cx="914400" cy="323850"/>
          </a:xfrm>
          <a:prstGeom prst="rect">
            <a:avLst/>
          </a:prstGeom>
          <a:ln>
            <a:noFill/>
          </a:ln>
        </p:spPr>
      </p:pic>
      <p:sp>
        <p:nvSpPr>
          <p:cNvPr id="1002" name="河图统一页码"/>
          <p:cNvSpPr>
            <a:spLocks noGrp="1"/>
          </p:cNvSpPr>
          <p:nvPr/>
        </p:nvSpPr>
        <p:spPr>
          <a:xfrm>
            <a:off x="10629900" y="6410325"/>
            <a:ext cx="952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defPPr>
            <a:lvl1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1pPr>
            <a:lvl2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2pPr>
            <a:lvl3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3pPr>
            <a:lvl4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4pPr>
            <a:lvl5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5pPr>
            <a:lvl6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6pPr>
            <a:lvl7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7pPr>
            <a:lvl8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8pPr>
            <a:lvl9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9pPr>
          </a:lstStyle>
          <a:p>
            <a: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rPr>
              <a:t>1 / 27</a:t>
            </a:r>
            <a:endParaRPr sz="1000" b="1">
              <a:solidFill>
                <a:srgbClr val="D3E4E8"/>
              </a:solidFill>
              <a:latin typeface="Source Han Sans SC Heavy"/>
              <a:ea typeface="Source Han Sans SC Heavy"/>
              <a:cs typeface="Source Han Sans SC Heav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123B5D">
                  <a:alpha val="95000"/>
                </a:srgbClr>
              </a:gs>
              <a:gs pos="50000">
                <a:srgbClr val="123B5D">
                  <a:alpha val="85000"/>
                </a:srgbClr>
              </a:gs>
              <a:gs pos="100000">
                <a:srgbClr val="123B5D">
                  <a:alpha val="75000"/>
                </a:srgbClr>
              </a:gs>
            </a:gsLst>
            <a:lin ang="2700000"/>
          </a:gra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ctr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972935" y="986155"/>
            <a:ext cx="3837940" cy="5871845"/>
          </a:xfrm>
          <a:prstGeom prst="rect">
            <a:avLst/>
          </a:prstGeom>
          <a:ln>
            <a:noFill/>
          </a:ln>
        </p:spPr>
      </p:pic>
      <p:sp>
        <p:nvSpPr>
          <p:cNvPr id="4" name="AutoShape 4"/>
          <p:cNvSpPr txBox="1"/>
          <p:nvPr/>
        </p:nvSpPr>
        <p:spPr>
          <a:xfrm>
            <a:off x="1596390" y="1663065"/>
            <a:ext cx="2026285" cy="5219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2800" b="1" i="0" u="none" strike="noStrike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吴河图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5" name="AutoShape 5"/>
          <p:cNvSpPr txBox="1"/>
          <p:nvPr/>
        </p:nvSpPr>
        <p:spPr>
          <a:xfrm>
            <a:off x="1596390" y="2630170"/>
            <a:ext cx="5492750" cy="39998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850" b="1" i="0" u="none" strike="noStrike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工信部工业文化发展中心认证AIGC高级培训师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  <a:p>
            <a:pPr marL="0" indent="0" algn="l">
              <a:lnSpc>
                <a:spcPct val="100000"/>
              </a:lnSpc>
              <a:defRPr b="1"/>
            </a:pPr>
            <a:endParaRPr sz="14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  <a:p>
            <a:pPr marL="0" indent="0" algn="l">
              <a:lnSpc>
                <a:spcPct val="100000"/>
              </a:lnSpc>
              <a:defRPr b="1"/>
            </a:pPr>
            <a:r>
              <a:rPr lang="en-US" sz="1850" b="1" i="0" u="none" strike="noStrike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畅销书《社群学习》作者</a:t>
            </a:r>
            <a:endParaRPr lang="en-US" sz="1850" b="1" i="0" u="none" strike="noStrike">
              <a:solidFill>
                <a:srgbClr val="FFFFFF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  <a:p>
            <a:pPr marL="0" indent="0" algn="l">
              <a:lnSpc>
                <a:spcPct val="100000"/>
              </a:lnSpc>
              <a:defRPr b="1"/>
            </a:pPr>
            <a:endParaRPr sz="14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  <a:p>
            <a:pPr marL="0" indent="0" algn="l">
              <a:lnSpc>
                <a:spcPct val="100000"/>
              </a:lnSpc>
              <a:defRPr b="1"/>
            </a:pPr>
            <a:r>
              <a:rPr lang="en-US" sz="1850" b="1" i="0" u="none" strike="noStrike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东北大学数字经济专题培训讲师</a:t>
            </a:r>
            <a:endParaRPr lang="en-US" sz="1850" b="1" i="0" u="none" strike="noStrike">
              <a:solidFill>
                <a:srgbClr val="FFFFFF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  <a:p>
            <a:pPr marL="0" indent="0" algn="l">
              <a:lnSpc>
                <a:spcPct val="100000"/>
              </a:lnSpc>
              <a:defRPr b="1"/>
            </a:pPr>
            <a:endParaRPr sz="14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  <a:p>
            <a:pPr marL="0" indent="0" algn="l">
              <a:lnSpc>
                <a:spcPct val="100000"/>
              </a:lnSpc>
              <a:defRPr b="1"/>
            </a:pPr>
            <a:r>
              <a:rPr lang="en-US" sz="1850" b="1" i="0" u="none" strike="noStrike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帆书APP非凡精读馆讲书人</a:t>
            </a:r>
            <a:endParaRPr lang="en-US" sz="1850" b="1" i="0" u="none" strike="noStrike">
              <a:solidFill>
                <a:srgbClr val="FFFFFF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  <a:p>
            <a:pPr marL="0" indent="0" algn="l">
              <a:lnSpc>
                <a:spcPct val="100000"/>
              </a:lnSpc>
              <a:defRPr b="1"/>
            </a:pPr>
            <a:endParaRPr sz="14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  <a:p>
            <a:pPr marL="0" indent="0" algn="l">
              <a:lnSpc>
                <a:spcPct val="100000"/>
              </a:lnSpc>
              <a:defRPr b="1"/>
            </a:pPr>
            <a:r>
              <a:rPr lang="en-US" sz="1850" b="1" i="0" u="none" strike="noStrike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AI深度探索者</a:t>
            </a:r>
            <a:endParaRPr lang="en-US" sz="1850" b="1" i="0" u="none" strike="noStrike">
              <a:solidFill>
                <a:srgbClr val="FFFFFF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  <a:p>
            <a:pPr marL="0" indent="0" algn="l">
              <a:lnSpc>
                <a:spcPct val="100000"/>
              </a:lnSpc>
              <a:defRPr b="1"/>
            </a:pPr>
            <a:endParaRPr sz="14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  <a:p>
            <a:pPr marL="0" indent="0" algn="l">
              <a:lnSpc>
                <a:spcPct val="100000"/>
              </a:lnSpc>
              <a:defRPr b="1"/>
            </a:pPr>
            <a:endParaRPr sz="14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  <a:p>
            <a:pPr marL="0" indent="0" algn="l">
              <a:lnSpc>
                <a:spcPct val="100000"/>
              </a:lnSpc>
              <a:defRPr b="1"/>
            </a:pPr>
            <a:endParaRPr sz="14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  <a:p>
            <a:pPr marL="0" indent="0" algn="l">
              <a:lnSpc>
                <a:spcPct val="100000"/>
              </a:lnSpc>
              <a:defRPr b="1"/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400" b="1" i="0" u="none" strike="noStrike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1001" name="河图统一页脚Logo"/>
          <p:cNvPicPr>
            <a:picLocks noChangeAspect="1"/>
          </p:cNvPicPr>
          <p:nvPr/>
        </p:nvPicPr>
        <p:blipFill>
          <a:blip r:embed="rId2"/>
          <a:srcRect l="6406" t="23611" r="6406" b="23472"/>
          <a:stretch>
            <a:fillRect/>
          </a:stretch>
        </p:blipFill>
        <p:spPr>
          <a:xfrm>
            <a:off x="609600" y="6315075"/>
            <a:ext cx="914400" cy="323850"/>
          </a:xfrm>
          <a:prstGeom prst="rect">
            <a:avLst/>
          </a:prstGeom>
          <a:ln>
            <a:noFill/>
          </a:ln>
        </p:spPr>
      </p:pic>
      <p:sp>
        <p:nvSpPr>
          <p:cNvPr id="1002" name="河图统一页码"/>
          <p:cNvSpPr>
            <a:spLocks noGrp="1"/>
          </p:cNvSpPr>
          <p:nvPr/>
        </p:nvSpPr>
        <p:spPr>
          <a:xfrm>
            <a:off x="10629900" y="6410325"/>
            <a:ext cx="952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defPPr>
            <a:lvl1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1pPr>
            <a:lvl2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2pPr>
            <a:lvl3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3pPr>
            <a:lvl4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4pPr>
            <a:lvl5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5pPr>
            <a:lvl6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6pPr>
            <a:lvl7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7pPr>
            <a:lvl8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8pPr>
            <a:lvl9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9pPr>
          </a:lstStyle>
          <a:p>
            <a: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rPr>
              <a:t>2 / 27</a:t>
            </a:r>
            <a:endParaRPr sz="1000" b="1">
              <a:solidFill>
                <a:srgbClr val="D3E4E8"/>
              </a:solidFill>
              <a:latin typeface="Source Han Sans SC Heavy"/>
              <a:ea typeface="Source Han Sans SC Heavy"/>
              <a:cs typeface="Source Han Sans SC Heav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4" name="title"/>
          <p:cNvSpPr>
            <a:spLocks noGrp="1"/>
          </p:cNvSpPr>
          <p:nvPr/>
        </p:nvSpPr>
        <p:spPr>
          <a:xfrm>
            <a:off x="685800" y="438150"/>
            <a:ext cx="108204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7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defPPr>
          </a:lstStyle>
          <a:p>
            <a:pPr algn="l">
              <a:defRPr sz="37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sz="37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课程导览：工作方式与技能方法</a:t>
            </a:r>
            <a:endParaRPr sz="3700" b="1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5" name="subtitle"/>
          <p:cNvSpPr>
            <a:spLocks noGrp="1"/>
          </p:cNvSpPr>
          <p:nvPr/>
        </p:nvSpPr>
        <p:spPr>
          <a:xfrm>
            <a:off x="685800" y="1143000"/>
            <a:ext cx="108204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defPPr>
          </a:lstStyle>
          <a:p>
            <a:pPr algn="l">
              <a:defRPr sz="21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sz="21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先认识工作方式，再学习如何选用和改造技能</a:t>
            </a:r>
            <a:endParaRPr sz="2100" b="1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6" name="学习顺序中轴"/>
          <p:cNvSpPr>
            <a:spLocks noGrp="1"/>
          </p:cNvSpPr>
          <p:nvPr/>
        </p:nvSpPr>
        <p:spPr>
          <a:xfrm>
            <a:off x="800100" y="3476625"/>
            <a:ext cx="10534650" cy="0"/>
          </a:xfrm>
          <a:prstGeom prst="line">
            <a:avLst/>
          </a:prstGeom>
          <a:noFill/>
          <a:ln w="23813">
            <a:solidFill>
              <a:srgbClr val="123B5D"/>
            </a:solidFill>
          </a:ln>
        </p:spPr>
      </p:sp>
      <p:sp>
        <p:nvSpPr>
          <p:cNvPr id="7" name="专题名称0"/>
          <p:cNvSpPr>
            <a:spLocks noGrp="1"/>
          </p:cNvSpPr>
          <p:nvPr/>
        </p:nvSpPr>
        <p:spPr>
          <a:xfrm>
            <a:off x="838200" y="1866900"/>
            <a:ext cx="2476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defPPr>
          </a:lstStyle>
          <a:p>
            <a:pPr algn="l">
              <a:defRPr sz="28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sz="28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工作方式</a:t>
            </a:r>
            <a:endParaRPr sz="2800" b="1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8" name="专题概括0"/>
          <p:cNvSpPr>
            <a:spLocks noGrp="1"/>
          </p:cNvSpPr>
          <p:nvPr/>
        </p:nvSpPr>
        <p:spPr>
          <a:xfrm>
            <a:off x="838200" y="2505075"/>
            <a:ext cx="2476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defPPr>
          </a:lstStyle>
          <a:p>
            <a:pPr algn="l">
              <a:defRPr sz="2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sz="2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目标、分工与上下文</a:t>
            </a:r>
            <a:endParaRPr sz="2000" b="1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9" name="鱼骨分支0"/>
          <p:cNvSpPr>
            <a:spLocks noGrp="1"/>
          </p:cNvSpPr>
          <p:nvPr/>
        </p:nvSpPr>
        <p:spPr>
          <a:xfrm>
            <a:off x="1219200" y="3190875"/>
            <a:ext cx="704850" cy="285750"/>
          </a:xfrm>
          <a:prstGeom prst="line">
            <a:avLst/>
          </a:prstGeom>
          <a:noFill/>
          <a:ln w="20003">
            <a:solidFill>
              <a:srgbClr val="18A999"/>
            </a:solidFill>
          </a:ln>
        </p:spPr>
      </p:sp>
      <p:sp>
        <p:nvSpPr>
          <p:cNvPr id="10" name="专题名称1"/>
          <p:cNvSpPr>
            <a:spLocks noGrp="1"/>
          </p:cNvSpPr>
          <p:nvPr/>
        </p:nvSpPr>
        <p:spPr>
          <a:xfrm>
            <a:off x="3581400" y="4000500"/>
            <a:ext cx="2476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0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defPPr>
          </a:lstStyle>
          <a:p>
            <a:pPr algn="l">
              <a:defRPr sz="280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sz="280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工具与 Skill</a:t>
            </a:r>
            <a:endParaRPr sz="2800" b="1">
              <a:solidFill>
                <a:srgbClr val="18A999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1" name="专题概括1"/>
          <p:cNvSpPr>
            <a:spLocks noGrp="1"/>
          </p:cNvSpPr>
          <p:nvPr/>
        </p:nvSpPr>
        <p:spPr>
          <a:xfrm>
            <a:off x="3581400" y="4638675"/>
            <a:ext cx="2476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defPPr>
          </a:lstStyle>
          <a:p>
            <a:pPr algn="l">
              <a:defRPr sz="2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sz="2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区分能力、接口</a:t>
            </a:r>
            <a:endParaRPr sz="2000" b="1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  <a:p>
            <a:pPr algn="l">
              <a:defRPr sz="2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sz="2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与方法</a:t>
            </a:r>
            <a:endParaRPr sz="2000" b="1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2" name="鱼骨分支1"/>
          <p:cNvSpPr>
            <a:spLocks noGrp="1"/>
          </p:cNvSpPr>
          <p:nvPr/>
        </p:nvSpPr>
        <p:spPr>
          <a:xfrm flipV="1">
            <a:off x="3962400" y="3476625"/>
            <a:ext cx="704850" cy="381000"/>
          </a:xfrm>
          <a:prstGeom prst="line">
            <a:avLst/>
          </a:prstGeom>
          <a:noFill/>
          <a:ln w="20003">
            <a:solidFill>
              <a:srgbClr val="18A999"/>
            </a:solidFill>
          </a:ln>
        </p:spPr>
      </p:sp>
      <p:sp>
        <p:nvSpPr>
          <p:cNvPr id="13" name="专题名称2"/>
          <p:cNvSpPr>
            <a:spLocks noGrp="1"/>
          </p:cNvSpPr>
          <p:nvPr/>
        </p:nvSpPr>
        <p:spPr>
          <a:xfrm>
            <a:off x="6324600" y="1866900"/>
            <a:ext cx="2476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defPPr>
          </a:lstStyle>
          <a:p>
            <a:pPr algn="l">
              <a:defRPr sz="28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sz="28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选用与安装</a:t>
            </a:r>
            <a:endParaRPr sz="2800" b="1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4" name="专题概括2"/>
          <p:cNvSpPr>
            <a:spLocks noGrp="1"/>
          </p:cNvSpPr>
          <p:nvPr/>
        </p:nvSpPr>
        <p:spPr>
          <a:xfrm>
            <a:off x="6324600" y="2505075"/>
            <a:ext cx="2476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defPPr>
          </a:lstStyle>
          <a:p>
            <a:pPr algn="l">
              <a:defRPr sz="2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sz="2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寻找、检查</a:t>
            </a:r>
            <a:endParaRPr sz="2000" b="1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  <a:p>
            <a:pPr algn="l">
              <a:defRPr sz="2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sz="2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安装与调用</a:t>
            </a:r>
            <a:endParaRPr sz="2000" b="1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5" name="鱼骨分支2"/>
          <p:cNvSpPr>
            <a:spLocks noGrp="1"/>
          </p:cNvSpPr>
          <p:nvPr/>
        </p:nvSpPr>
        <p:spPr>
          <a:xfrm>
            <a:off x="6705600" y="3190875"/>
            <a:ext cx="704850" cy="285750"/>
          </a:xfrm>
          <a:prstGeom prst="line">
            <a:avLst/>
          </a:prstGeom>
          <a:noFill/>
          <a:ln w="20003">
            <a:solidFill>
              <a:srgbClr val="18A999"/>
            </a:solidFill>
          </a:ln>
        </p:spPr>
      </p:sp>
      <p:sp>
        <p:nvSpPr>
          <p:cNvPr id="16" name="专题名称3"/>
          <p:cNvSpPr>
            <a:spLocks noGrp="1"/>
          </p:cNvSpPr>
          <p:nvPr/>
        </p:nvSpPr>
        <p:spPr>
          <a:xfrm>
            <a:off x="9067800" y="4000500"/>
            <a:ext cx="2476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80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defPPr>
          </a:lstStyle>
          <a:p>
            <a:pPr algn="l">
              <a:defRPr sz="280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sz="280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改造与复用</a:t>
            </a:r>
            <a:endParaRPr sz="2800" b="1">
              <a:solidFill>
                <a:srgbClr val="18A999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7" name="专题概括3"/>
          <p:cNvSpPr>
            <a:spLocks noGrp="1"/>
          </p:cNvSpPr>
          <p:nvPr/>
        </p:nvSpPr>
        <p:spPr>
          <a:xfrm>
            <a:off x="9067800" y="4638675"/>
            <a:ext cx="2476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defPPr>
          </a:lstStyle>
          <a:p>
            <a:pPr algn="l">
              <a:defRPr sz="2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sz="2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触发、规则</a:t>
            </a:r>
            <a:endParaRPr sz="2000" b="1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  <a:p>
            <a:pPr algn="l">
              <a:defRPr sz="2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sz="2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资源与许可</a:t>
            </a:r>
            <a:endParaRPr sz="2000" b="1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8" name="鱼骨分支3"/>
          <p:cNvSpPr>
            <a:spLocks noGrp="1"/>
          </p:cNvSpPr>
          <p:nvPr/>
        </p:nvSpPr>
        <p:spPr>
          <a:xfrm flipV="1">
            <a:off x="9448800" y="3476625"/>
            <a:ext cx="704850" cy="381000"/>
          </a:xfrm>
          <a:prstGeom prst="line">
            <a:avLst/>
          </a:prstGeom>
          <a:noFill/>
          <a:ln w="20003">
            <a:solidFill>
              <a:srgbClr val="18A999"/>
            </a:solidFill>
          </a:ln>
        </p:spPr>
      </p:sp>
      <p:pic>
        <p:nvPicPr>
          <p:cNvPr id="1001" name="河图统一页脚Logo"/>
          <p:cNvPicPr>
            <a:picLocks noChangeAspect="1"/>
          </p:cNvPicPr>
          <p:nvPr/>
        </p:nvPicPr>
        <p:blipFill>
          <a:blip r:embed="rId2"/>
          <a:srcRect l="6458" t="22500" r="6510" b="22407"/>
          <a:stretch>
            <a:fillRect/>
          </a:stretch>
        </p:blipFill>
        <p:spPr>
          <a:xfrm>
            <a:off x="609600" y="6315075"/>
            <a:ext cx="914400" cy="323850"/>
          </a:xfrm>
          <a:prstGeom prst="rect">
            <a:avLst/>
          </a:prstGeom>
          <a:ln>
            <a:noFill/>
          </a:ln>
        </p:spPr>
      </p:pic>
      <p:sp>
        <p:nvSpPr>
          <p:cNvPr id="1002" name="河图统一页码"/>
          <p:cNvSpPr>
            <a:spLocks noGrp="1"/>
          </p:cNvSpPr>
          <p:nvPr/>
        </p:nvSpPr>
        <p:spPr>
          <a:xfrm>
            <a:off x="10629900" y="6410325"/>
            <a:ext cx="952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defPPr>
            <a:lvl1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1pPr>
            <a:lvl2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2pPr>
            <a:lvl3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3pPr>
            <a:lvl4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4pPr>
            <a:lvl5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5pPr>
            <a:lvl6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6pPr>
            <a:lvl7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7pPr>
            <a:lvl8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8pPr>
            <a:lvl9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9pPr>
          </a:lstStyle>
          <a:p>
            <a: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rPr>
              <a:t>3 / 27</a:t>
            </a:r>
            <a:endParaRPr sz="1000" b="1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ns3="http://schemas.microsoft.com/office/drawing/2010/main" xmlns:ns4="http://schemas.microsoft.com/office/drawing/2016/SVG/main" xmlns:p="http://schemas.openxmlformats.org/presentationml/2006/main" xmlns:r="http://schemas.openxmlformats.org/officeDocument/2006/relationships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09600" y="4572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18A999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838200" y="428625"/>
            <a:ext cx="2914650" cy="39052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225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课程地图与学习契约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609600" y="1047750"/>
            <a:ext cx="6229350" cy="2095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375" b="1" i="0" u="none" strike="noStrike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两个峰值体验，提前知道往哪走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09600" y="1371600"/>
            <a:ext cx="622935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FFFFF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42950" y="1447800"/>
            <a:ext cx="285750" cy="1714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125" b="1" i="0" u="none" strike="noStrike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01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143000" y="1438275"/>
            <a:ext cx="1619250" cy="1905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25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手艺的传承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2876550" y="1447800"/>
            <a:ext cx="714375" cy="1714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12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为什么要学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09600" y="1790700"/>
            <a:ext cx="622935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FFFFF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42950" y="1866900"/>
            <a:ext cx="285750" cy="1714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125" b="1" i="0" u="none" strike="noStrike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02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143000" y="1857375"/>
            <a:ext cx="1619250" cy="1905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25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什么是 Skill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2876550" y="1866900"/>
            <a:ext cx="1000125" cy="1714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12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工作手册的一页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09600" y="2209800"/>
            <a:ext cx="622935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FFFFF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42950" y="2286000"/>
            <a:ext cx="285750" cy="1714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125" b="1" i="0" u="none" strike="noStrike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03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1143000" y="2276475"/>
            <a:ext cx="1619250" cy="1905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25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看懂结构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2876550" y="2286000"/>
            <a:ext cx="1000125" cy="1714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12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会读才会用会改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09600" y="2628900"/>
            <a:ext cx="622935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FFFFF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42950" y="2705100"/>
            <a:ext cx="285750" cy="1714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125" b="1" i="0" u="none" strike="noStrike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04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1143000" y="2695575"/>
            <a:ext cx="1619250" cy="1905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25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用别人的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2876550" y="2705100"/>
            <a:ext cx="1143000" cy="1714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12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全网寻宝与案例展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09600" y="3048000"/>
            <a:ext cx="622935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FFFFF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742950" y="3124200"/>
            <a:ext cx="285750" cy="1714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125" b="1" i="0" u="none" strike="noStrike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05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1143000" y="3114675"/>
            <a:ext cx="1619250" cy="1905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25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改别人的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2876550" y="3124200"/>
            <a:ext cx="714375" cy="1714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12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换灵魂三步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609600" y="3467100"/>
            <a:ext cx="6229350" cy="323850"/>
          </a:xfrm>
          <a:prstGeom prst="roundRect">
            <a:avLst>
              <a:gd name="adj" fmla="val 23529"/>
            </a:avLst>
          </a:prstGeom>
          <a:solidFill>
            <a:srgbClr val="EAF2F7">
              <a:alpha val="100000"/>
            </a:srgbClr>
          </a:solidFill>
          <a:ln w="12700" cap="flat" cmpd="sng">
            <a:solidFill>
              <a:srgbClr val="FED7AA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742950" y="3543300"/>
            <a:ext cx="285750" cy="1714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125" b="1" i="0" u="none" strike="noStrike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06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1143000" y="3533775"/>
            <a:ext cx="1619250" cy="1905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25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My Style Writer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2876550" y="3543300"/>
            <a:ext cx="1876425" cy="1714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120" b="1" i="0" u="none" strike="noStrike">
                <a:solidFill>
                  <a:srgbClr val="D6A84B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★ 峰值一：蒸出你的写作风格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609600" y="3886200"/>
            <a:ext cx="622935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FFFFF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742950" y="3962400"/>
            <a:ext cx="285750" cy="1714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125" b="1" i="0" u="none" strike="noStrike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07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1143000" y="3952875"/>
            <a:ext cx="1619250" cy="1905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25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决策 Skill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2876550" y="3962400"/>
            <a:ext cx="1143000" cy="1714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12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蒸出你的判断经验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609600" y="4305300"/>
            <a:ext cx="6229350" cy="323850"/>
          </a:xfrm>
          <a:prstGeom prst="roundRect">
            <a:avLst>
              <a:gd name="adj" fmla="val 2352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FFFFF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742950" y="4381500"/>
            <a:ext cx="285750" cy="1714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125" b="1" i="0" u="none" strike="noStrike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08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6" name="AutoShape 36"/>
          <p:cNvSpPr/>
          <p:nvPr/>
        </p:nvSpPr>
        <p:spPr>
          <a:xfrm>
            <a:off x="1143000" y="4371975"/>
            <a:ext cx="1619250" cy="1905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25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安全与发布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7" name="AutoShape 37"/>
          <p:cNvSpPr/>
          <p:nvPr/>
        </p:nvSpPr>
        <p:spPr>
          <a:xfrm>
            <a:off x="2876550" y="4381500"/>
            <a:ext cx="1285875" cy="1714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12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敢装、能发、可变现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8" name="AutoShape 38"/>
          <p:cNvSpPr/>
          <p:nvPr/>
        </p:nvSpPr>
        <p:spPr>
          <a:xfrm>
            <a:off x="609600" y="4724400"/>
            <a:ext cx="6229350" cy="323850"/>
          </a:xfrm>
          <a:prstGeom prst="roundRect">
            <a:avLst>
              <a:gd name="adj" fmla="val 23529"/>
            </a:avLst>
          </a:prstGeom>
          <a:solidFill>
            <a:srgbClr val="EAF2F7">
              <a:alpha val="100000"/>
            </a:srgbClr>
          </a:solidFill>
          <a:ln w="12700" cap="flat" cmpd="sng">
            <a:solidFill>
              <a:srgbClr val="FED7AA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9" name="AutoShape 39"/>
          <p:cNvSpPr/>
          <p:nvPr/>
        </p:nvSpPr>
        <p:spPr>
          <a:xfrm>
            <a:off x="742950" y="4800600"/>
            <a:ext cx="285750" cy="1714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125" b="1" i="0" u="none" strike="noStrike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09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40" name="AutoShape 40"/>
          <p:cNvSpPr/>
          <p:nvPr/>
        </p:nvSpPr>
        <p:spPr>
          <a:xfrm>
            <a:off x="1143000" y="4791075"/>
            <a:ext cx="1619250" cy="1905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25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结课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41" name="AutoShape 41"/>
          <p:cNvSpPr/>
          <p:nvPr/>
        </p:nvSpPr>
        <p:spPr>
          <a:xfrm>
            <a:off x="2876550" y="4800600"/>
            <a:ext cx="1590675" cy="1714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105" b="1" i="0" u="none" strike="noStrike">
                <a:solidFill>
                  <a:srgbClr val="D6A84B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★ 峰值二：陌生人也能用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42" name="AutoShape 42"/>
          <p:cNvSpPr/>
          <p:nvPr/>
        </p:nvSpPr>
        <p:spPr>
          <a:xfrm>
            <a:off x="7067550" y="1181100"/>
            <a:ext cx="4514850" cy="4572000"/>
          </a:xfrm>
          <a:prstGeom prst="roundRect">
            <a:avLst>
              <a:gd name="adj" fmla="val 3376"/>
            </a:avLst>
          </a:prstGeom>
          <a:solidFill>
            <a:srgbClr val="123B5D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43" name="Picture 4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ns3:useLocalDpi val="0"/>
              </a:ext>
              <a:ext uri="{96DAC541-7B7A-43D3-8B79-37D633B846F1}">
                <ns4:svgBlip r:embed="rId3"/>
              </a:ext>
            </a:extLst>
          </a:blip>
          <a:stretch>
            <a:fillRect/>
          </a:stretch>
        </p:blipFill>
        <p:spPr>
          <a:xfrm>
            <a:off x="7315200" y="1295400"/>
            <a:ext cx="285750" cy="285750"/>
          </a:xfrm>
          <a:prstGeom prst="rect">
            <a:avLst/>
          </a:prstGeom>
        </p:spPr>
      </p:pic>
      <p:sp>
        <p:nvSpPr>
          <p:cNvPr id="44" name="AutoShape 44"/>
          <p:cNvSpPr/>
          <p:nvPr/>
        </p:nvSpPr>
        <p:spPr>
          <a:xfrm>
            <a:off x="7315200" y="1628775"/>
            <a:ext cx="4019550" cy="27622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sz="20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2000" b="1" i="0" u="none" strike="noStrike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学习契约</a:t>
            </a:r>
            <a:endParaRPr lang="en-US" sz="20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45" name="AutoShape 45"/>
          <p:cNvSpPr/>
          <p:nvPr/>
        </p:nvSpPr>
        <p:spPr>
          <a:xfrm>
            <a:off x="7315200" y="2428875"/>
            <a:ext cx="4000500" cy="14287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 sz="15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500" b="1" i="0" u="none" strike="noStrike">
                <a:solidFill>
                  <a:srgbClr val="EAF2F7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本课不以</a:t>
            </a:r>
            <a:r>
              <a:rPr lang="en-US" sz="1500" b="1" i="0" u="none" strike="noStrike">
                <a:solidFill>
                  <a:srgbClr val="BCD2D8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"听懂"</a:t>
            </a:r>
            <a:r>
              <a:rPr lang="en-US" sz="1500" b="1" i="0" u="none" strike="noStrike">
                <a:solidFill>
                  <a:srgbClr val="EAF2F7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为完成标准，</a:t>
            </a:r>
            <a:endParaRPr lang="en-US" sz="15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  <a:p>
            <a:pPr marL="0" indent="0" algn="l">
              <a:lnSpc>
                <a:spcPct val="125000"/>
              </a:lnSpc>
              <a:defRPr sz="1500" b="1"/>
            </a:pPr>
            <a:r>
              <a:rPr lang="en-US" sz="1500" b="1" i="0" u="none" strike="noStrike">
                <a:solidFill>
                  <a:srgbClr val="EAF2F7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以</a:t>
            </a:r>
            <a:r>
              <a:rPr lang="en-US" sz="1500" b="1" i="0" u="none" strike="noStrike">
                <a:solidFill>
                  <a:srgbClr val="D6A84B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"做出并成功运行一个 Skill"</a:t>
            </a:r>
            <a:r>
              <a:rPr lang="en-US" sz="1500" b="1" i="0" u="none" strike="noStrike">
                <a:solidFill>
                  <a:srgbClr val="EAF2F7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为完成标准。</a:t>
            </a:r>
            <a:endParaRPr lang="en-US" sz="1500" b="1" i="0" u="none" strike="noStrike">
              <a:solidFill>
                <a:srgbClr val="EAF2F7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46" name="AutoShape 46"/>
          <p:cNvSpPr/>
          <p:nvPr/>
        </p:nvSpPr>
        <p:spPr>
          <a:xfrm>
            <a:off x="7315200" y="4238625"/>
            <a:ext cx="4019550" cy="4572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58000"/>
              </a:lnSpc>
              <a:defRPr sz="125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250" b="1" i="0" u="none" strike="noStrike">
                <a:solidFill>
                  <a:srgbClr val="BCD2D8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视频看再多遍，不动手做，都不算结业。</a:t>
            </a:r>
            <a:endParaRPr lang="en-US" sz="125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47" name="AutoShape 47"/>
          <p:cNvSpPr/>
          <p:nvPr/>
        </p:nvSpPr>
        <p:spPr>
          <a:xfrm>
            <a:off x="7315200" y="5048250"/>
            <a:ext cx="4019550" cy="3429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sz="125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250" b="1" i="0" u="none" strike="noStrike">
                <a:solidFill>
                  <a:srgbClr val="66D9CC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课后作业：填《个人经验资产盘点表》</a:t>
            </a:r>
            <a:endParaRPr lang="en-US" sz="125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1001" name="河图统一页脚Logo"/>
          <p:cNvPicPr>
            <a:picLocks noChangeAspect="1"/>
          </p:cNvPicPr>
          <p:nvPr/>
        </p:nvPicPr>
        <p:blipFill>
          <a:blip r:embed="rId4"/>
          <a:srcRect l="6458" t="22500" r="6510" b="22407"/>
          <a:stretch>
            <a:fillRect/>
          </a:stretch>
        </p:blipFill>
        <p:spPr>
          <a:xfrm>
            <a:off x="609600" y="6315075"/>
            <a:ext cx="914400" cy="323850"/>
          </a:xfrm>
          <a:prstGeom prst="rect">
            <a:avLst/>
          </a:prstGeom>
          <a:ln>
            <a:noFill/>
          </a:ln>
        </p:spPr>
      </p:pic>
      <p:sp>
        <p:nvSpPr>
          <p:cNvPr id="1002" name="河图统一页码"/>
          <p:cNvSpPr>
            <a:spLocks noGrp="1"/>
          </p:cNvSpPr>
          <p:nvPr/>
        </p:nvSpPr>
        <p:spPr>
          <a:xfrm>
            <a:off x="10629900" y="6410325"/>
            <a:ext cx="952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defPPr>
            <a:lvl1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1pPr>
            <a:lvl2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2pPr>
            <a:lvl3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3pPr>
            <a:lvl4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4pPr>
            <a:lvl5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5pPr>
            <a:lvl6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6pPr>
            <a:lvl7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7pPr>
            <a:lvl8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8pPr>
            <a:lvl9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9pPr>
          </a:lstStyle>
          <a:p>
            <a: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rPr>
              <a:t>4 / 27</a:t>
            </a:r>
            <a:endParaRPr sz="1000" b="1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4" name="title"/>
          <p:cNvSpPr>
            <a:spLocks noGrp="1"/>
          </p:cNvSpPr>
          <p:nvPr/>
        </p:nvSpPr>
        <p:spPr>
          <a:xfrm>
            <a:off x="685800" y="438150"/>
            <a:ext cx="108204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7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defPPr>
          </a:lstStyle>
          <a:p>
            <a:pPr algn="l">
              <a:defRPr sz="37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sz="37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会议总结任务的完整交付</a:t>
            </a:r>
            <a:endParaRPr sz="3700" b="1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5" name="subtitle"/>
          <p:cNvSpPr>
            <a:spLocks noGrp="1"/>
          </p:cNvSpPr>
          <p:nvPr/>
        </p:nvSpPr>
        <p:spPr>
          <a:xfrm>
            <a:off x="685800" y="1143000"/>
            <a:ext cx="108204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defPPr>
          </a:lstStyle>
          <a:p>
            <a:pPr algn="l">
              <a:defRPr sz="21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sz="21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示例任务：录音成为总结草稿，再进入审核与发送</a:t>
            </a:r>
            <a:endParaRPr sz="2100" b="1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6" name="流程-确认输入"/>
          <p:cNvSpPr>
            <a:spLocks noGrp="1"/>
          </p:cNvSpPr>
          <p:nvPr/>
        </p:nvSpPr>
        <p:spPr>
          <a:xfrm>
            <a:off x="685800" y="2105025"/>
            <a:ext cx="2447925" cy="723900"/>
          </a:xfrm>
          <a:prstGeom prst="roundRect">
            <a:avLst>
              <a:gd name="adj" fmla="val 15789"/>
            </a:avLst>
          </a:prstGeom>
          <a:solidFill>
            <a:srgbClr val="E4F3EF"/>
          </a:solidFill>
          <a:ln w="11430">
            <a:solidFill>
              <a:srgbClr val="A6D9D2"/>
            </a:solidFill>
          </a:ln>
        </p:spPr>
        <p:txBody>
          <a:bodyPr lIns="66675" tIns="66675" rIns="66675" bIns="66675" anchor="ctr">
            <a:noAutofit/>
          </a:bodyPr>
          <a:lstStyle>
            <a:defPPr algn="ctr">
              <a:defRPr sz="23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defPPr>
          </a:lstStyle>
          <a:p>
            <a:pPr algn="ctr">
              <a:defRPr sz="23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sz="23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确认输入</a:t>
            </a:r>
            <a:endParaRPr sz="2300" b="1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7" name="步骤说明0"/>
          <p:cNvSpPr>
            <a:spLocks noGrp="1"/>
          </p:cNvSpPr>
          <p:nvPr/>
        </p:nvSpPr>
        <p:spPr>
          <a:xfrm>
            <a:off x="685800" y="3190875"/>
            <a:ext cx="2447925" cy="1847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defPPr>
          </a:lstStyle>
          <a:p>
            <a:pPr algn="l">
              <a:defRPr sz="21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sz="21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说明会议范围、资料权限与输出用途。</a:t>
            </a:r>
            <a:endParaRPr sz="2100" b="1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8" name="流程-组织要点"/>
          <p:cNvSpPr>
            <a:spLocks noGrp="1"/>
          </p:cNvSpPr>
          <p:nvPr/>
        </p:nvSpPr>
        <p:spPr>
          <a:xfrm>
            <a:off x="3476625" y="2105025"/>
            <a:ext cx="2447925" cy="723900"/>
          </a:xfrm>
          <a:prstGeom prst="roundRect">
            <a:avLst>
              <a:gd name="adj" fmla="val 15789"/>
            </a:avLst>
          </a:prstGeom>
          <a:solidFill>
            <a:srgbClr val="E4F3EF"/>
          </a:solidFill>
          <a:ln w="11430">
            <a:solidFill>
              <a:srgbClr val="A6D9D2"/>
            </a:solidFill>
          </a:ln>
        </p:spPr>
        <p:txBody>
          <a:bodyPr lIns="66675" tIns="66675" rIns="66675" bIns="66675" anchor="ctr">
            <a:noAutofit/>
          </a:bodyPr>
          <a:lstStyle>
            <a:defPPr algn="ctr">
              <a:defRPr sz="23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defPPr>
          </a:lstStyle>
          <a:p>
            <a:pPr algn="ctr">
              <a:defRPr sz="23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sz="23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组织要点</a:t>
            </a:r>
            <a:endParaRPr sz="2300" b="1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9" name="步骤说明1"/>
          <p:cNvSpPr>
            <a:spLocks noGrp="1"/>
          </p:cNvSpPr>
          <p:nvPr/>
        </p:nvSpPr>
        <p:spPr>
          <a:xfrm>
            <a:off x="3476625" y="3190875"/>
            <a:ext cx="2447925" cy="1847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defPPr>
          </a:lstStyle>
          <a:p>
            <a:pPr algn="l">
              <a:defRPr sz="21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sz="21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整理决定、待办、负责人和时间点。</a:t>
            </a:r>
            <a:endParaRPr sz="2100" b="1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0" name="流程-核对事实"/>
          <p:cNvSpPr>
            <a:spLocks noGrp="1"/>
          </p:cNvSpPr>
          <p:nvPr/>
        </p:nvSpPr>
        <p:spPr>
          <a:xfrm>
            <a:off x="6267450" y="2105025"/>
            <a:ext cx="2447925" cy="723900"/>
          </a:xfrm>
          <a:prstGeom prst="roundRect">
            <a:avLst>
              <a:gd name="adj" fmla="val 15789"/>
            </a:avLst>
          </a:prstGeom>
          <a:solidFill>
            <a:srgbClr val="E4F3EF"/>
          </a:solidFill>
          <a:ln w="11430">
            <a:solidFill>
              <a:srgbClr val="A6D9D2"/>
            </a:solidFill>
          </a:ln>
        </p:spPr>
        <p:txBody>
          <a:bodyPr lIns="66675" tIns="66675" rIns="66675" bIns="66675" anchor="ctr">
            <a:noAutofit/>
          </a:bodyPr>
          <a:lstStyle>
            <a:defPPr algn="ctr">
              <a:defRPr sz="23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defPPr>
          </a:lstStyle>
          <a:p>
            <a:pPr algn="ctr">
              <a:defRPr sz="23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sz="23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核对事实</a:t>
            </a:r>
            <a:endParaRPr sz="2300" b="1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1" name="步骤说明2"/>
          <p:cNvSpPr>
            <a:spLocks noGrp="1"/>
          </p:cNvSpPr>
          <p:nvPr/>
        </p:nvSpPr>
        <p:spPr>
          <a:xfrm>
            <a:off x="6267450" y="3190875"/>
            <a:ext cx="2447925" cy="1847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defPPr>
          </a:lstStyle>
          <a:p>
            <a:pPr algn="l">
              <a:defRPr sz="21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sz="21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回看原话，标记尚未确定的事项。</a:t>
            </a:r>
            <a:endParaRPr sz="2100" b="1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2" name="流程-确认发送"/>
          <p:cNvSpPr>
            <a:spLocks noGrp="1"/>
          </p:cNvSpPr>
          <p:nvPr/>
        </p:nvSpPr>
        <p:spPr>
          <a:xfrm>
            <a:off x="9058275" y="2105025"/>
            <a:ext cx="2447925" cy="723900"/>
          </a:xfrm>
          <a:prstGeom prst="roundRect">
            <a:avLst>
              <a:gd name="adj" fmla="val 15789"/>
            </a:avLst>
          </a:prstGeom>
          <a:solidFill>
            <a:srgbClr val="E4F3EF"/>
          </a:solidFill>
          <a:ln w="11430">
            <a:solidFill>
              <a:srgbClr val="A6D9D2"/>
            </a:solidFill>
          </a:ln>
        </p:spPr>
        <p:txBody>
          <a:bodyPr lIns="66675" tIns="66675" rIns="66675" bIns="66675" anchor="ctr">
            <a:noAutofit/>
          </a:bodyPr>
          <a:lstStyle>
            <a:defPPr algn="ctr">
              <a:defRPr sz="23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defPPr>
          </a:lstStyle>
          <a:p>
            <a:pPr algn="ctr">
              <a:defRPr sz="23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sz="23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确认发送</a:t>
            </a:r>
            <a:endParaRPr sz="2300" b="1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3" name="步骤说明3"/>
          <p:cNvSpPr>
            <a:spLocks noGrp="1"/>
          </p:cNvSpPr>
          <p:nvPr/>
        </p:nvSpPr>
        <p:spPr>
          <a:xfrm>
            <a:off x="9058275" y="3190875"/>
            <a:ext cx="2447925" cy="1847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defPPr>
          </a:lstStyle>
          <a:p>
            <a:pPr algn="l">
              <a:defRPr sz="21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sz="21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确认收件人和正文，再执行获准操作。</a:t>
            </a:r>
            <a:endParaRPr sz="2100" b="1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cxnSp>
        <p:nvCxnSpPr>
          <p:cNvPr id="14" name="直接箭头连接符 13"/>
          <p:cNvCxnSpPr>
            <a:stCxn id="6" idx="3"/>
            <a:endCxn id="8" idx="1"/>
          </p:cNvCxnSpPr>
          <p:nvPr/>
        </p:nvCxnSpPr>
        <p:spPr>
          <a:xfrm>
            <a:off x="3133725" y="2466975"/>
            <a:ext cx="342900" cy="0"/>
          </a:xfrm>
          <a:prstGeom prst="straightConnector1">
            <a:avLst/>
          </a:prstGeom>
          <a:ln w="23813">
            <a:solidFill>
              <a:srgbClr val="18A999"/>
            </a:solidFill>
            <a:tailEnd type="triangle" w="med" len="med"/>
          </a:ln>
        </p:spPr>
      </p:cxnSp>
      <p:cxnSp>
        <p:nvCxnSpPr>
          <p:cNvPr id="15" name="直接箭头连接符 14"/>
          <p:cNvCxnSpPr>
            <a:stCxn id="8" idx="3"/>
            <a:endCxn id="10" idx="1"/>
          </p:cNvCxnSpPr>
          <p:nvPr/>
        </p:nvCxnSpPr>
        <p:spPr>
          <a:xfrm>
            <a:off x="5924550" y="2466975"/>
            <a:ext cx="342900" cy="0"/>
          </a:xfrm>
          <a:prstGeom prst="straightConnector1">
            <a:avLst/>
          </a:prstGeom>
          <a:ln w="23813">
            <a:solidFill>
              <a:srgbClr val="18A999"/>
            </a:solidFill>
            <a:tailEnd type="triangle" w="med" len="med"/>
          </a:ln>
        </p:spPr>
      </p:cxnSp>
      <p:cxnSp>
        <p:nvCxnSpPr>
          <p:cNvPr id="16" name="直接箭头连接符 15"/>
          <p:cNvCxnSpPr>
            <a:stCxn id="10" idx="3"/>
            <a:endCxn id="12" idx="1"/>
          </p:cNvCxnSpPr>
          <p:nvPr/>
        </p:nvCxnSpPr>
        <p:spPr>
          <a:xfrm>
            <a:off x="8715375" y="2466975"/>
            <a:ext cx="342900" cy="0"/>
          </a:xfrm>
          <a:prstGeom prst="straightConnector1">
            <a:avLst/>
          </a:prstGeom>
          <a:ln w="23813">
            <a:solidFill>
              <a:srgbClr val="18A999"/>
            </a:solidFill>
            <a:tailEnd type="triangle" w="med" len="med"/>
          </a:ln>
        </p:spPr>
      </p:cxnSp>
      <p:sp>
        <p:nvSpPr>
          <p:cNvPr id="17" name="归纳或检查"/>
          <p:cNvSpPr>
            <a:spLocks noGrp="1"/>
          </p:cNvSpPr>
          <p:nvPr/>
        </p:nvSpPr>
        <p:spPr>
          <a:xfrm>
            <a:off x="685800" y="5619750"/>
            <a:ext cx="108204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5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defPPr>
          </a:lstStyle>
          <a:p>
            <a:pPr algn="l">
              <a:defRPr sz="185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sz="1850" b="1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同一个任务可以用固定工作流，也可以让Agent在授权范围内选择步骤</a:t>
            </a:r>
            <a:endParaRPr sz="1850" b="1">
              <a:solidFill>
                <a:srgbClr val="18A999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1001" name="河图统一页脚Logo"/>
          <p:cNvPicPr>
            <a:picLocks noChangeAspect="1"/>
          </p:cNvPicPr>
          <p:nvPr/>
        </p:nvPicPr>
        <p:blipFill>
          <a:blip r:embed="rId2"/>
          <a:srcRect l="6458" t="22500" r="6510" b="22407"/>
          <a:stretch>
            <a:fillRect/>
          </a:stretch>
        </p:blipFill>
        <p:spPr>
          <a:xfrm>
            <a:off x="609600" y="6315075"/>
            <a:ext cx="914400" cy="323850"/>
          </a:xfrm>
          <a:prstGeom prst="rect">
            <a:avLst/>
          </a:prstGeom>
          <a:ln>
            <a:noFill/>
          </a:ln>
        </p:spPr>
      </p:pic>
      <p:sp>
        <p:nvSpPr>
          <p:cNvPr id="1002" name="河图统一页码"/>
          <p:cNvSpPr>
            <a:spLocks noGrp="1"/>
          </p:cNvSpPr>
          <p:nvPr/>
        </p:nvSpPr>
        <p:spPr>
          <a:xfrm>
            <a:off x="10629900" y="6410325"/>
            <a:ext cx="952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defPPr>
            <a:lvl1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1pPr>
            <a:lvl2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2pPr>
            <a:lvl3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3pPr>
            <a:lvl4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4pPr>
            <a:lvl5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5pPr>
            <a:lvl6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6pPr>
            <a:lvl7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7pPr>
            <a:lvl8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8pPr>
            <a:lvl9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9pPr>
          </a:lstStyle>
          <a:p>
            <a: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rPr>
              <a:t>5 / 27</a:t>
            </a:r>
            <a:endParaRPr sz="1000" b="1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62000" y="457200"/>
            <a:ext cx="1066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32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Agent 的两大阵营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" name="AutoShape 3"/>
          <p:cNvSpPr txBox="1"/>
          <p:nvPr/>
        </p:nvSpPr>
        <p:spPr>
          <a:xfrm>
            <a:off x="762000" y="10414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5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按应用场景划分：面向企业效率的 Work Agent vs 面向个人生活的 Personal Agent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492250"/>
            <a:ext cx="10668000" cy="12700"/>
          </a:xfrm>
          <a:prstGeom prst="straightConnector1">
            <a:avLst/>
          </a:prstGeom>
          <a:solidFill>
            <a:srgbClr val="EAF2F7">
              <a:alpha val="100000"/>
            </a:srgbClr>
          </a:solidFill>
          <a:ln w="12700" cap="flat" cmpd="sng">
            <a:solidFill>
              <a:srgbClr val="EAF2F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999571" y="1764035"/>
            <a:ext cx="10192859" cy="1969075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27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00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6" name="AutoShape 6"/>
          <p:cNvSpPr txBox="1"/>
          <p:nvPr/>
        </p:nvSpPr>
        <p:spPr>
          <a:xfrm>
            <a:off x="1231226" y="1972525"/>
            <a:ext cx="2316559" cy="32431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82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Work Agent</a:t>
            </a:r>
            <a:endParaRPr lang="en-US" sz="100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7" name="AutoShape 7"/>
          <p:cNvSpPr txBox="1"/>
          <p:nvPr/>
        </p:nvSpPr>
        <p:spPr>
          <a:xfrm>
            <a:off x="1231226" y="2320009"/>
            <a:ext cx="2316559" cy="23165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185" b="1" i="0" u="none" strike="noStrike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工作智能体 · 面向企业场景</a:t>
            </a:r>
            <a:endParaRPr lang="en-US" sz="100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1231226" y="2667493"/>
            <a:ext cx="2779871" cy="81079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18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嵌入办公流程，连接企业系统（IM、文档、表格、CRM），替员工完成写周报、做PPT、读合同、改代码等日常工作任务。</a:t>
            </a:r>
            <a:endParaRPr lang="en-US" sz="100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590237" y="1995691"/>
            <a:ext cx="741299" cy="741299"/>
          </a:xfrm>
          <a:prstGeom prst="rect">
            <a:avLst/>
          </a:prstGeom>
          <a:ln>
            <a:noFill/>
          </a:ln>
        </p:spPr>
      </p:pic>
      <p:sp>
        <p:nvSpPr>
          <p:cNvPr id="10" name="AutoShape 10"/>
          <p:cNvSpPr txBox="1"/>
          <p:nvPr/>
        </p:nvSpPr>
        <p:spPr>
          <a:xfrm>
            <a:off x="4242753" y="2852818"/>
            <a:ext cx="1389935" cy="23165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18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腾讯 WorkBuddy</a:t>
            </a:r>
            <a:endParaRPr lang="en-US" sz="100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1" name="AutoShape 11"/>
          <p:cNvSpPr txBox="1"/>
          <p:nvPr/>
        </p:nvSpPr>
        <p:spPr>
          <a:xfrm>
            <a:off x="4242753" y="3107639"/>
            <a:ext cx="1389935" cy="2084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00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月活2000万+</a:t>
            </a:r>
            <a:endParaRPr lang="en-US" sz="100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211828" y="1995691"/>
            <a:ext cx="741299" cy="741299"/>
          </a:xfrm>
          <a:prstGeom prst="rect">
            <a:avLst/>
          </a:prstGeom>
          <a:ln>
            <a:noFill/>
          </a:ln>
        </p:spPr>
      </p:pic>
      <p:sp>
        <p:nvSpPr>
          <p:cNvPr id="13" name="AutoShape 13"/>
          <p:cNvSpPr txBox="1"/>
          <p:nvPr/>
        </p:nvSpPr>
        <p:spPr>
          <a:xfrm>
            <a:off x="5864344" y="2852818"/>
            <a:ext cx="1389935" cy="23165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18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飞书豆包工作</a:t>
            </a:r>
            <a:endParaRPr lang="en-US" sz="100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4" name="AutoShape 14"/>
          <p:cNvSpPr txBox="1"/>
          <p:nvPr/>
        </p:nvSpPr>
        <p:spPr>
          <a:xfrm>
            <a:off x="5864344" y="3107639"/>
            <a:ext cx="1389935" cy="2084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00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团队级智能体</a:t>
            </a:r>
            <a:endParaRPr lang="en-US" sz="100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833419" y="1995691"/>
            <a:ext cx="741299" cy="741299"/>
          </a:xfrm>
          <a:prstGeom prst="rect">
            <a:avLst/>
          </a:prstGeom>
          <a:ln>
            <a:noFill/>
          </a:ln>
        </p:spPr>
      </p:pic>
      <p:sp>
        <p:nvSpPr>
          <p:cNvPr id="16" name="AutoShape 16"/>
          <p:cNvSpPr txBox="1"/>
          <p:nvPr/>
        </p:nvSpPr>
        <p:spPr>
          <a:xfrm>
            <a:off x="7485935" y="2852818"/>
            <a:ext cx="1389935" cy="23165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18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千问 QoderWork</a:t>
            </a:r>
            <a:endParaRPr lang="en-US" sz="100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7" name="AutoShape 17"/>
          <p:cNvSpPr txBox="1"/>
          <p:nvPr/>
        </p:nvSpPr>
        <p:spPr>
          <a:xfrm>
            <a:off x="7485935" y="3107639"/>
            <a:ext cx="1389935" cy="2084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00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阿里办公整合</a:t>
            </a:r>
            <a:endParaRPr lang="en-US" sz="100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455010" y="1995691"/>
            <a:ext cx="741299" cy="741299"/>
          </a:xfrm>
          <a:prstGeom prst="rect">
            <a:avLst/>
          </a:prstGeom>
          <a:ln>
            <a:noFill/>
          </a:ln>
        </p:spPr>
      </p:pic>
      <p:sp>
        <p:nvSpPr>
          <p:cNvPr id="19" name="AutoShape 19"/>
          <p:cNvSpPr txBox="1"/>
          <p:nvPr/>
        </p:nvSpPr>
        <p:spPr>
          <a:xfrm>
            <a:off x="9107527" y="2852818"/>
            <a:ext cx="1389935" cy="23165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18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OpenAI ChatGPT</a:t>
            </a:r>
            <a:endParaRPr lang="en-US" sz="100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0" name="AutoShape 20"/>
          <p:cNvSpPr txBox="1"/>
          <p:nvPr/>
        </p:nvSpPr>
        <p:spPr>
          <a:xfrm>
            <a:off x="9107527" y="3107639"/>
            <a:ext cx="1389935" cy="2084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00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Workspace Agents</a:t>
            </a:r>
            <a:endParaRPr lang="en-US" sz="100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999571" y="3964766"/>
            <a:ext cx="10192859" cy="1969075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27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00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2" name="AutoShape 22"/>
          <p:cNvSpPr txBox="1"/>
          <p:nvPr/>
        </p:nvSpPr>
        <p:spPr>
          <a:xfrm>
            <a:off x="1231226" y="4173256"/>
            <a:ext cx="2316559" cy="32431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825" b="1" i="0" u="none" strike="noStrike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Personal Agent</a:t>
            </a:r>
            <a:endParaRPr lang="en-US" sz="100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3" name="AutoShape 23"/>
          <p:cNvSpPr txBox="1"/>
          <p:nvPr/>
        </p:nvSpPr>
        <p:spPr>
          <a:xfrm>
            <a:off x="1231226" y="4520740"/>
            <a:ext cx="2316559" cy="23165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185" b="1" i="0" u="none" strike="noStrike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个人智能体 · 面向生活场景</a:t>
            </a:r>
            <a:endParaRPr lang="en-US" sz="100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4" name="AutoShape 24"/>
          <p:cNvSpPr txBox="1"/>
          <p:nvPr/>
        </p:nvSpPr>
        <p:spPr>
          <a:xfrm>
            <a:off x="1231226" y="4868224"/>
            <a:ext cx="2779871" cy="81079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18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拥有独立云端沙盒，7×24小时后台运行，替个人处理邮件、日程、购物、旅行预订等生活琐事，2026年下半年集中爆发。</a:t>
            </a:r>
            <a:endParaRPr lang="en-US" sz="100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590237" y="4196422"/>
            <a:ext cx="741299" cy="741299"/>
          </a:xfrm>
          <a:prstGeom prst="rect">
            <a:avLst/>
          </a:prstGeom>
          <a:ln>
            <a:noFill/>
          </a:ln>
        </p:spPr>
      </p:pic>
      <p:sp>
        <p:nvSpPr>
          <p:cNvPr id="26" name="AutoShape 26"/>
          <p:cNvSpPr txBox="1"/>
          <p:nvPr/>
        </p:nvSpPr>
        <p:spPr>
          <a:xfrm>
            <a:off x="4242753" y="5053549"/>
            <a:ext cx="1389935" cy="23165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18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Meta Muse</a:t>
            </a:r>
            <a:endParaRPr lang="en-US" sz="100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7" name="AutoShape 27"/>
          <p:cNvSpPr txBox="1"/>
          <p:nvPr/>
        </p:nvSpPr>
        <p:spPr>
          <a:xfrm>
            <a:off x="4242753" y="5308370"/>
            <a:ext cx="1389935" cy="2084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00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下载量破500万</a:t>
            </a:r>
            <a:endParaRPr lang="en-US" sz="100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6211828" y="4196422"/>
            <a:ext cx="741299" cy="741299"/>
          </a:xfrm>
          <a:prstGeom prst="ellipse">
            <a:avLst/>
          </a:prstGeom>
          <a:solidFill>
            <a:srgbClr val="EAF2F7">
              <a:alpha val="100000"/>
            </a:srgbClr>
          </a:solidFill>
          <a:ln w="25400" cap="flat" cmpd="sng">
            <a:solidFill>
              <a:srgbClr val="D6A84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27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00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9" name="AutoShape 29"/>
          <p:cNvSpPr txBox="1"/>
          <p:nvPr/>
        </p:nvSpPr>
        <p:spPr>
          <a:xfrm>
            <a:off x="6211828" y="4196422"/>
            <a:ext cx="741299" cy="74129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60" b="1" i="0" u="none" strike="noStrike">
                <a:solidFill>
                  <a:srgbClr val="D6A84B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Dots</a:t>
            </a:r>
            <a:endParaRPr lang="en-US" sz="100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0" name="AutoShape 30"/>
          <p:cNvSpPr txBox="1"/>
          <p:nvPr/>
        </p:nvSpPr>
        <p:spPr>
          <a:xfrm>
            <a:off x="5864344" y="5053549"/>
            <a:ext cx="1389935" cy="23165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18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OpenAI Dots</a:t>
            </a:r>
            <a:endParaRPr lang="en-US" sz="100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1" name="AutoShape 31"/>
          <p:cNvSpPr txBox="1"/>
          <p:nvPr/>
        </p:nvSpPr>
        <p:spPr>
          <a:xfrm>
            <a:off x="5864344" y="5308370"/>
            <a:ext cx="1389935" cy="2084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00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云端常驻AI</a:t>
            </a:r>
            <a:endParaRPr lang="en-US" sz="100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7833419" y="4196422"/>
            <a:ext cx="741299" cy="741299"/>
          </a:xfrm>
          <a:prstGeom prst="ellipse">
            <a:avLst/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18A999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27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00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3" name="AutoShape 33"/>
          <p:cNvSpPr txBox="1"/>
          <p:nvPr/>
        </p:nvSpPr>
        <p:spPr>
          <a:xfrm>
            <a:off x="7833419" y="4196422"/>
            <a:ext cx="741299" cy="74129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60" b="1" i="0" u="none" strike="noStrike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Cue</a:t>
            </a:r>
            <a:endParaRPr lang="en-US" sz="100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4" name="AutoShape 34"/>
          <p:cNvSpPr txBox="1"/>
          <p:nvPr/>
        </p:nvSpPr>
        <p:spPr>
          <a:xfrm>
            <a:off x="7485935" y="5053549"/>
            <a:ext cx="1389935" cy="23165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18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Manus Cue</a:t>
            </a:r>
            <a:endParaRPr lang="en-US" sz="100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5" name="AutoShape 35"/>
          <p:cNvSpPr txBox="1"/>
          <p:nvPr/>
        </p:nvSpPr>
        <p:spPr>
          <a:xfrm>
            <a:off x="7485935" y="5308370"/>
            <a:ext cx="1389935" cy="2084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00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独立数字身份</a:t>
            </a:r>
            <a:endParaRPr lang="en-US" sz="100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9455010" y="4196422"/>
            <a:ext cx="741299" cy="741299"/>
          </a:xfrm>
          <a:prstGeom prst="rect">
            <a:avLst/>
          </a:prstGeom>
          <a:ln>
            <a:noFill/>
          </a:ln>
        </p:spPr>
      </p:pic>
      <p:sp>
        <p:nvSpPr>
          <p:cNvPr id="37" name="AutoShape 37"/>
          <p:cNvSpPr txBox="1"/>
          <p:nvPr/>
        </p:nvSpPr>
        <p:spPr>
          <a:xfrm>
            <a:off x="9107527" y="5053549"/>
            <a:ext cx="1389935" cy="23165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18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Grok Bot</a:t>
            </a:r>
            <a:endParaRPr lang="en-US" sz="100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8" name="AutoShape 38"/>
          <p:cNvSpPr txBox="1"/>
          <p:nvPr/>
        </p:nvSpPr>
        <p:spPr>
          <a:xfrm>
            <a:off x="9107527" y="5308370"/>
            <a:ext cx="1389935" cy="2084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00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xAI 个人智能体</a:t>
            </a:r>
            <a:endParaRPr lang="en-US" sz="100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9" name="AutoShape 39"/>
          <p:cNvSpPr txBox="1"/>
          <p:nvPr/>
        </p:nvSpPr>
        <p:spPr>
          <a:xfrm>
            <a:off x="1231226" y="5910675"/>
            <a:ext cx="6949677" cy="1853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910" b="1" i="0" u="none" strike="noStrike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资料来源：36氪（2026.09-10）、东方财富研报（2026.09）、InfoQ（2026.07）</a:t>
            </a:r>
            <a:endParaRPr lang="en-US" sz="100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1001" name="河图统一页脚Logo"/>
          <p:cNvPicPr>
            <a:picLocks noChangeAspect="1"/>
          </p:cNvPicPr>
          <p:nvPr/>
        </p:nvPicPr>
        <p:blipFill>
          <a:blip r:embed="rId8"/>
          <a:srcRect l="6458" t="22500" r="6510" b="22407"/>
          <a:stretch>
            <a:fillRect/>
          </a:stretch>
        </p:blipFill>
        <p:spPr>
          <a:xfrm>
            <a:off x="609600" y="6315075"/>
            <a:ext cx="914400" cy="323850"/>
          </a:xfrm>
          <a:prstGeom prst="rect">
            <a:avLst/>
          </a:prstGeom>
          <a:ln>
            <a:noFill/>
          </a:ln>
        </p:spPr>
      </p:pic>
      <p:sp>
        <p:nvSpPr>
          <p:cNvPr id="1002" name="河图统一页码"/>
          <p:cNvSpPr>
            <a:spLocks noGrp="1"/>
          </p:cNvSpPr>
          <p:nvPr/>
        </p:nvSpPr>
        <p:spPr>
          <a:xfrm>
            <a:off x="10629900" y="6410325"/>
            <a:ext cx="952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defPPr>
            <a:lvl1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1pPr>
            <a:lvl2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2pPr>
            <a:lvl3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3pPr>
            <a:lvl4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4pPr>
            <a:lvl5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5pPr>
            <a:lvl6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6pPr>
            <a:lvl7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7pPr>
            <a:lvl8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8pPr>
            <a:lvl9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9pPr>
          </a:lstStyle>
          <a:p>
            <a: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rPr>
              <a:t>6 / 27</a:t>
            </a:r>
            <a:endParaRPr sz="1000" b="1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09600" y="4572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18A999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838200" y="428625"/>
            <a:ext cx="2266950" cy="39052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255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手艺的三次变迁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857645" y="3774034"/>
            <a:ext cx="3027843" cy="315787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9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农耕与手工业时代</a:t>
            </a:r>
            <a:endParaRPr lang="en-US" sz="107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801918" y="4182700"/>
            <a:ext cx="3232176" cy="1170271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35000"/>
              </a:lnSpc>
              <a:defRPr sz="1415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1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打铁、雕木、制陶、刺绣。核心手艺在匠人手里，靠代代口传心授，是安身立命的本事——很多成了非遗。</a:t>
            </a:r>
            <a:endParaRPr lang="en-US" sz="141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857645" y="5334395"/>
            <a:ext cx="3027843" cy="204333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095" b="1" i="0" u="none" strike="noStrike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载体：口传心授</a:t>
            </a:r>
            <a:endParaRPr lang="en-US" sz="107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517063" y="3774034"/>
            <a:ext cx="3027843" cy="315787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9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1988 · Office 诞生</a:t>
            </a:r>
            <a:endParaRPr lang="en-US" sz="107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461336" y="4182700"/>
            <a:ext cx="3232176" cy="1170271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35000"/>
              </a:lnSpc>
              <a:defRPr sz="1415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1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电脑走进办公室。做表格、做 PPT、整理文档、排版汇报——手艺搬进了屏幕，成了现代职场手艺。</a:t>
            </a:r>
            <a:endParaRPr lang="en-US" sz="141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517063" y="5334395"/>
            <a:ext cx="3027843" cy="204333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095" b="1" i="0" u="none" strike="noStrike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载体：电脑与软件</a:t>
            </a:r>
            <a:endParaRPr lang="en-US" sz="107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306511" y="3774034"/>
            <a:ext cx="3027843" cy="315787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900" b="1" i="0" u="none" strike="noStrike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现在 · AI 时代</a:t>
            </a:r>
            <a:endParaRPr lang="en-US" sz="107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250784" y="4182700"/>
            <a:ext cx="3232176" cy="1170271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35000"/>
              </a:lnSpc>
              <a:defRPr sz="1415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1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AI 会把这些手艺全部"吃掉"。谁的 Skill 做得好，谁能把核心技能封装进 Skill，谁就握住主动权。</a:t>
            </a:r>
            <a:endParaRPr lang="en-US" sz="141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306511" y="5334395"/>
            <a:ext cx="3027843" cy="204333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095" b="1" i="0" u="none" strike="noStrike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载体：Skill</a:t>
            </a:r>
            <a:endParaRPr lang="en-US" sz="107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46191" y="5631607"/>
            <a:ext cx="10699618" cy="464393"/>
          </a:xfrm>
          <a:prstGeom prst="roundRect">
            <a:avLst>
              <a:gd name="adj" fmla="val 24000"/>
            </a:avLst>
          </a:prstGeom>
          <a:solidFill>
            <a:srgbClr val="EAF2F7">
              <a:alpha val="100000"/>
            </a:srgbClr>
          </a:solidFill>
          <a:ln w="12700" cap="flat" cmpd="sng">
            <a:solidFill>
              <a:srgbClr val="FED7AA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36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07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1266311" y="5765971"/>
            <a:ext cx="9752256" cy="19504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24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"非遗"的另一面是：</a:t>
            </a:r>
            <a:r>
              <a:rPr lang="en-US" sz="124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没人传承的手艺，只能进博物馆。</a:t>
            </a:r>
            <a:r>
              <a:rPr lang="en-US" sz="124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今天这堂课，就是把你引以为傲的手艺，封装成 Skill。</a:t>
            </a:r>
            <a:endParaRPr lang="en-US" sz="107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38200" y="643255"/>
            <a:ext cx="10370185" cy="3456940"/>
          </a:xfrm>
          <a:prstGeom prst="rect">
            <a:avLst/>
          </a:prstGeom>
          <a:ln>
            <a:noFill/>
          </a:ln>
        </p:spPr>
      </p:pic>
      <p:cxnSp>
        <p:nvCxnSpPr>
          <p:cNvPr id="20" name="Connector 20"/>
          <p:cNvCxnSpPr/>
          <p:nvPr/>
        </p:nvCxnSpPr>
        <p:spPr>
          <a:xfrm rot="16">
            <a:off x="3866913" y="2455159"/>
            <a:ext cx="575981" cy="12384"/>
          </a:xfrm>
          <a:prstGeom prst="straightConnector1">
            <a:avLst/>
          </a:prstGeom>
          <a:noFill/>
          <a:ln w="38100" cap="sq" cmpd="sng">
            <a:solidFill>
              <a:srgbClr val="18A999">
                <a:alpha val="100000"/>
              </a:srgbClr>
            </a:solidFill>
            <a:prstDash val="solid"/>
            <a:miter lim="1000000"/>
            <a:headEnd type="none" w="med" len="med"/>
            <a:tailEnd type="triangle" w="med" len="med"/>
          </a:ln>
        </p:spPr>
      </p:cxnSp>
      <p:cxnSp>
        <p:nvCxnSpPr>
          <p:cNvPr id="21" name="Connector 21"/>
          <p:cNvCxnSpPr/>
          <p:nvPr/>
        </p:nvCxnSpPr>
        <p:spPr>
          <a:xfrm rot="16">
            <a:off x="7600634" y="2455159"/>
            <a:ext cx="575981" cy="12384"/>
          </a:xfrm>
          <a:prstGeom prst="straightConnector1">
            <a:avLst/>
          </a:prstGeom>
          <a:noFill/>
          <a:ln w="38100" cap="sq" cmpd="sng">
            <a:solidFill>
              <a:srgbClr val="18A999">
                <a:alpha val="100000"/>
              </a:srgbClr>
            </a:solidFill>
            <a:prstDash val="solid"/>
            <a:miter lim="1000000"/>
            <a:headEnd type="none" w="med" len="med"/>
            <a:tailEnd type="triangle" w="med" len="med"/>
          </a:ln>
        </p:spPr>
      </p:cxnSp>
      <p:pic>
        <p:nvPicPr>
          <p:cNvPr id="1001" name="河图统一页脚Logo"/>
          <p:cNvPicPr>
            <a:picLocks noChangeAspect="1"/>
          </p:cNvPicPr>
          <p:nvPr/>
        </p:nvPicPr>
        <p:blipFill>
          <a:blip r:embed="rId3"/>
          <a:srcRect l="6458" t="22500" r="6510" b="22407"/>
          <a:stretch>
            <a:fillRect/>
          </a:stretch>
        </p:blipFill>
        <p:spPr>
          <a:xfrm>
            <a:off x="609600" y="6315075"/>
            <a:ext cx="914400" cy="323850"/>
          </a:xfrm>
          <a:prstGeom prst="rect">
            <a:avLst/>
          </a:prstGeom>
          <a:ln>
            <a:noFill/>
          </a:ln>
        </p:spPr>
      </p:pic>
      <p:sp>
        <p:nvSpPr>
          <p:cNvPr id="1002" name="河图统一页码"/>
          <p:cNvSpPr>
            <a:spLocks noGrp="1"/>
          </p:cNvSpPr>
          <p:nvPr/>
        </p:nvSpPr>
        <p:spPr>
          <a:xfrm>
            <a:off x="10629900" y="6410325"/>
            <a:ext cx="952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defPPr>
            <a:lvl1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1pPr>
            <a:lvl2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2pPr>
            <a:lvl3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3pPr>
            <a:lvl4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4pPr>
            <a:lvl5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5pPr>
            <a:lvl6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6pPr>
            <a:lvl7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7pPr>
            <a:lvl8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8pPr>
            <a:lvl9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9pPr>
          </a:lstStyle>
          <a:p>
            <a: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rPr>
              <a:t>7 / 27</a:t>
            </a:r>
            <a:endParaRPr sz="1000" b="1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23B5D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3429000" y="333375"/>
            <a:ext cx="5334000" cy="5334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D6073">
                  <a:alpha val="35000"/>
                </a:srgbClr>
              </a:gs>
              <a:gs pos="69999">
                <a:srgbClr val="123B5D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581650" y="1447800"/>
            <a:ext cx="1028700" cy="285750"/>
          </a:xfrm>
          <a:prstGeom prst="roundRect">
            <a:avLst>
              <a:gd name="adj" fmla="val 66667"/>
            </a:avLst>
          </a:prstGeom>
          <a:solidFill>
            <a:srgbClr val="18A999">
              <a:alpha val="15000"/>
            </a:srgbClr>
          </a:solidFill>
          <a:ln w="12700" cap="flat" cmpd="sng">
            <a:solidFill>
              <a:srgbClr val="18A999">
                <a:alpha val="4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753100" y="1504950"/>
            <a:ext cx="685800" cy="1714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125" b="1" i="0" u="none" strike="noStrike" spc="225">
                <a:solidFill>
                  <a:srgbClr val="66D9CC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本课定义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2895600" y="2000250"/>
            <a:ext cx="6400800" cy="208597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ctr">
              <a:lnSpc>
                <a:spcPct val="158000"/>
              </a:lnSpc>
              <a:defRPr sz="21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2100" b="1" i="0" u="none" strike="noStrike" spc="25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所谓手艺传承，就是把老师傅脑子里</a:t>
            </a:r>
            <a:endParaRPr lang="en-US" sz="2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  <a:p>
            <a:pPr marL="0" indent="0" algn="ctr">
              <a:lnSpc>
                <a:spcPct val="158000"/>
              </a:lnSpc>
              <a:defRPr b="1"/>
            </a:pPr>
            <a:r>
              <a:rPr lang="en-US" sz="2100" b="1" i="0" u="none" strike="noStrike" spc="25">
                <a:solidFill>
                  <a:srgbClr val="66D9CC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"顺手就会、说不清楚"</a:t>
            </a:r>
            <a:r>
              <a:rPr lang="en-US" sz="2100" b="1" i="0" u="none" strike="noStrike" spc="25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的经验，</a:t>
            </a:r>
            <a:endParaRPr lang="en-US" sz="2100" b="1" i="0" u="none" strike="noStrike" spc="25">
              <a:solidFill>
                <a:srgbClr val="FFFFFF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  <a:p>
            <a:pPr marL="0" indent="0" algn="ctr">
              <a:lnSpc>
                <a:spcPct val="158000"/>
              </a:lnSpc>
              <a:defRPr b="1"/>
            </a:pPr>
            <a:r>
              <a:rPr lang="en-US" sz="2100" b="1" i="0" u="none" strike="noStrike" spc="25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变成 AI 能</a:t>
            </a:r>
            <a:r>
              <a:rPr lang="en-US" sz="2100" b="1" i="0" u="none" strike="noStrike" spc="25">
                <a:solidFill>
                  <a:srgbClr val="D6A84B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稳定执行的步骤与判断标准</a:t>
            </a:r>
            <a:r>
              <a:rPr lang="en-US" sz="2100" b="1" i="0" u="none" strike="noStrike" spc="25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。</a:t>
            </a:r>
            <a:endParaRPr lang="en-US" sz="2100" b="1" i="0" u="none" strike="noStrike" spc="25">
              <a:solidFill>
                <a:srgbClr val="FFFFFF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3848100" y="4448175"/>
            <a:ext cx="457200" cy="28575"/>
          </a:xfrm>
          <a:prstGeom prst="roundRect">
            <a:avLst>
              <a:gd name="adj" fmla="val 66667"/>
            </a:avLst>
          </a:prstGeom>
          <a:solidFill>
            <a:srgbClr val="18A999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438650" y="4352925"/>
            <a:ext cx="3619500" cy="2095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355" b="1" i="0" u="none" strike="noStrike">
                <a:solidFill>
                  <a:srgbClr val="BCD2D8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这门课，就是把手艺传给 AI、也传给你自己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886700" y="4448175"/>
            <a:ext cx="457200" cy="28575"/>
          </a:xfrm>
          <a:prstGeom prst="roundRect">
            <a:avLst>
              <a:gd name="adj" fmla="val 66667"/>
            </a:avLst>
          </a:prstGeom>
          <a:solidFill>
            <a:srgbClr val="18A999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1001" name="河图统一页脚Logo"/>
          <p:cNvPicPr>
            <a:picLocks noChangeAspect="1"/>
          </p:cNvPicPr>
          <p:nvPr/>
        </p:nvPicPr>
        <p:blipFill>
          <a:blip r:embed="rId1"/>
          <a:srcRect l="6406" t="23611" r="6406" b="23472"/>
          <a:stretch>
            <a:fillRect/>
          </a:stretch>
        </p:blipFill>
        <p:spPr>
          <a:xfrm>
            <a:off x="609600" y="6315075"/>
            <a:ext cx="914400" cy="323850"/>
          </a:xfrm>
          <a:prstGeom prst="rect">
            <a:avLst/>
          </a:prstGeom>
          <a:ln>
            <a:noFill/>
          </a:ln>
        </p:spPr>
      </p:pic>
      <p:sp>
        <p:nvSpPr>
          <p:cNvPr id="1002" name="河图统一页码"/>
          <p:cNvSpPr>
            <a:spLocks noGrp="1"/>
          </p:cNvSpPr>
          <p:nvPr/>
        </p:nvSpPr>
        <p:spPr>
          <a:xfrm>
            <a:off x="10629900" y="6410325"/>
            <a:ext cx="952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defPPr>
            <a:lvl1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1pPr>
            <a:lvl2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2pPr>
            <a:lvl3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3pPr>
            <a:lvl4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4pPr>
            <a:lvl5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5pPr>
            <a:lvl6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6pPr>
            <a:lvl7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7pPr>
            <a:lvl8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8pPr>
            <a:lvl9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9pPr>
          </a:lstStyle>
          <a:p>
            <a: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rPr>
              <a:t>8 / 27</a:t>
            </a:r>
            <a:endParaRPr sz="1000" b="1">
              <a:solidFill>
                <a:srgbClr val="D3E4E8"/>
              </a:solidFill>
              <a:latin typeface="Source Han Sans SC Heavy"/>
              <a:ea typeface="Source Han Sans SC Heavy"/>
              <a:cs typeface="Source Han Sans SC Heavy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ns3="http://schemas.microsoft.com/office/drawing/2010/main" xmlns:ns4="http://schemas.microsoft.com/office/drawing/2016/SVG/main" xmlns:p="http://schemas.openxmlformats.org/presentationml/2006/main" xmlns:r="http://schemas.openxmlformats.org/officeDocument/2006/relationships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23B5D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09600" y="4572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D6A84B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838200" y="428625"/>
            <a:ext cx="5600700" cy="39052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2250" b="1" i="0" u="none" strike="noStrike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学会 Skill 的 4 个好处 = "合法的抢劫"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09600" y="1181100"/>
            <a:ext cx="5400675" cy="1771650"/>
          </a:xfrm>
          <a:prstGeom prst="roundRect">
            <a:avLst>
              <a:gd name="adj" fmla="val 7175"/>
            </a:avLst>
          </a:prstGeom>
          <a:solidFill>
            <a:srgbClr val="3D6073">
              <a:alpha val="25000"/>
            </a:srgbClr>
          </a:solidFill>
          <a:ln w="12700" cap="flat" cmpd="sng">
            <a:solidFill>
              <a:srgbClr val="66D9CC">
                <a:alpha val="5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ns3:useLocalDpi val="0"/>
              </a:ext>
              <a:ext uri="{96DAC541-7B7A-43D3-8B79-37D633B846F1}">
                <ns4:svgBlip r:embed="rId2"/>
              </a:ext>
            </a:extLst>
          </a:blip>
          <a:stretch>
            <a:fillRect/>
          </a:stretch>
        </p:blipFill>
        <p:spPr>
          <a:xfrm>
            <a:off x="819150" y="1409700"/>
            <a:ext cx="247650" cy="24765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162050" y="1390650"/>
            <a:ext cx="4476750" cy="3238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sz="18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800" b="1" i="0" u="none" strike="noStrike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蒸馏过往经验</a:t>
            </a:r>
            <a:endParaRPr lang="en-US" sz="18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19150" y="1905000"/>
            <a:ext cx="4981575" cy="9334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 sz="16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600" b="1" i="0" u="none" strike="noStrike">
                <a:solidFill>
                  <a:srgbClr val="EAF2F7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不再每开新对话重新解释一遍方法。沉淀成 Skill，永久可调用、可迭代——经验复利。</a:t>
            </a:r>
            <a:endParaRPr lang="en-US" sz="16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09600" y="3238500"/>
            <a:ext cx="5400675" cy="1771650"/>
          </a:xfrm>
          <a:prstGeom prst="roundRect">
            <a:avLst>
              <a:gd name="adj" fmla="val 7175"/>
            </a:avLst>
          </a:prstGeom>
          <a:solidFill>
            <a:srgbClr val="3D6073">
              <a:alpha val="25000"/>
            </a:srgbClr>
          </a:solidFill>
          <a:ln w="12700" cap="flat" cmpd="sng">
            <a:solidFill>
              <a:srgbClr val="66D9CC">
                <a:alpha val="5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ns3:useLocalDpi val="0"/>
              </a:ext>
              <a:ext uri="{96DAC541-7B7A-43D3-8B79-37D633B846F1}">
                <ns4:svgBlip r:embed="rId4"/>
              </a:ext>
            </a:extLst>
          </a:blip>
          <a:stretch>
            <a:fillRect/>
          </a:stretch>
        </p:blipFill>
        <p:spPr>
          <a:xfrm>
            <a:off x="819150" y="3467100"/>
            <a:ext cx="247650" cy="24765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162050" y="3448050"/>
            <a:ext cx="4476750" cy="3238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sz="18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800" b="1" i="0" u="none" strike="noStrike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蒸馏论文</a:t>
            </a:r>
            <a:endParaRPr lang="en-US" sz="18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19150" y="3962400"/>
            <a:ext cx="4981575" cy="9334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 sz="16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600" b="1" i="0" u="none" strike="noStrike">
                <a:solidFill>
                  <a:srgbClr val="EAF2F7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把前沿研究的方法部分拆成步骤，结论变成验收标准——论文变成可执行的工作流程。</a:t>
            </a:r>
            <a:endParaRPr lang="en-US" sz="16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181725" y="1181100"/>
            <a:ext cx="5400675" cy="1771650"/>
          </a:xfrm>
          <a:prstGeom prst="roundRect">
            <a:avLst>
              <a:gd name="adj" fmla="val 7175"/>
            </a:avLst>
          </a:prstGeom>
          <a:solidFill>
            <a:srgbClr val="18A999">
              <a:alpha val="18000"/>
            </a:srgbClr>
          </a:solidFill>
          <a:ln w="12700" cap="flat" cmpd="sng">
            <a:solidFill>
              <a:srgbClr val="18A999">
                <a:alpha val="5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ns3:useLocalDpi val="0"/>
              </a:ext>
              <a:ext uri="{96DAC541-7B7A-43D3-8B79-37D633B846F1}">
                <ns4:svgBlip r:embed="rId6"/>
              </a:ext>
            </a:extLst>
          </a:blip>
          <a:stretch>
            <a:fillRect/>
          </a:stretch>
        </p:blipFill>
        <p:spPr>
          <a:xfrm>
            <a:off x="6391275" y="1409700"/>
            <a:ext cx="247650" cy="24765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734175" y="1390650"/>
            <a:ext cx="4476750" cy="3238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sz="18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800" b="1" i="0" u="none" strike="noStrike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蒸馏书籍</a:t>
            </a:r>
            <a:endParaRPr lang="en-US" sz="18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391275" y="1905000"/>
            <a:ext cx="4981575" cy="9334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 sz="16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600" b="1" i="0" u="none" strike="noStrike">
                <a:solidFill>
                  <a:srgbClr val="EAF2F7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一本书的方法论变成随叫随到的顾问。仓颉已把《影响力》蒸成 12 个说服 Skill、《穷查理宝典》蒸成 12 个决策 Skill。</a:t>
            </a:r>
            <a:endParaRPr lang="en-US" sz="16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181725" y="3238500"/>
            <a:ext cx="5400675" cy="1771650"/>
          </a:xfrm>
          <a:prstGeom prst="roundRect">
            <a:avLst>
              <a:gd name="adj" fmla="val 7175"/>
            </a:avLst>
          </a:prstGeom>
          <a:solidFill>
            <a:srgbClr val="18A999">
              <a:alpha val="18000"/>
            </a:srgbClr>
          </a:solidFill>
          <a:ln w="12700" cap="flat" cmpd="sng">
            <a:solidFill>
              <a:srgbClr val="18A999">
                <a:alpha val="5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ns3:useLocalDpi val="0"/>
              </a:ext>
              <a:ext uri="{96DAC541-7B7A-43D3-8B79-37D633B846F1}">
                <ns4:svgBlip r:embed="rId8"/>
              </a:ext>
            </a:extLst>
          </a:blip>
          <a:stretch>
            <a:fillRect/>
          </a:stretch>
        </p:blipFill>
        <p:spPr>
          <a:xfrm>
            <a:off x="6391275" y="3467100"/>
            <a:ext cx="247650" cy="24765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734175" y="3448050"/>
            <a:ext cx="4476750" cy="3238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sz="18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800" b="1" i="0" u="none" strike="noStrike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蒸馏有经验的同事</a:t>
            </a:r>
            <a:endParaRPr lang="en-US" sz="18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391275" y="3962400"/>
            <a:ext cx="4981575" cy="9334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 sz="16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600" b="1" i="0" u="none" strike="noStrike">
                <a:solidFill>
                  <a:srgbClr val="EAF2F7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把老师傅的判断标准固化下来，人走经验不走——女娲已把巴菲特、芒格的思维做成可调用的"人类 Skill"。</a:t>
            </a:r>
            <a:endParaRPr lang="en-US" sz="16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09600" y="5314950"/>
            <a:ext cx="10972800" cy="609600"/>
          </a:xfrm>
          <a:prstGeom prst="roundRect">
            <a:avLst>
              <a:gd name="adj" fmla="val 25000"/>
            </a:avLst>
          </a:prstGeom>
          <a:solidFill>
            <a:srgbClr val="D6A84B">
              <a:alpha val="12000"/>
            </a:srgbClr>
          </a:solidFill>
          <a:ln w="12700" cap="flat" cmpd="sng">
            <a:solidFill>
              <a:srgbClr val="D6A84B">
                <a:alpha val="45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ns3:useLocalDpi val="0"/>
              </a:ext>
              <a:ext uri="{96DAC541-7B7A-43D3-8B79-37D633B846F1}">
                <ns4:svgBlip r:embed="rId10"/>
              </a:ext>
            </a:extLst>
          </a:blip>
          <a:stretch>
            <a:fillRect/>
          </a:stretch>
        </p:blipFill>
        <p:spPr>
          <a:xfrm>
            <a:off x="819150" y="5505450"/>
            <a:ext cx="209550" cy="20955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143000" y="5486400"/>
            <a:ext cx="10191750" cy="4191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sz="135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350" b="1" i="0" u="none" strike="noStrike">
                <a:solidFill>
                  <a:srgbClr val="D6A84B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抢的是"方法"，不是"原文"——学习、理解、提炼公开知识，但绝不复制传播原作品。</a:t>
            </a:r>
            <a:endParaRPr lang="en-US" sz="135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1001" name="河图统一页脚Logo"/>
          <p:cNvPicPr>
            <a:picLocks noChangeAspect="1"/>
          </p:cNvPicPr>
          <p:nvPr/>
        </p:nvPicPr>
        <p:blipFill>
          <a:blip r:embed="rId11"/>
          <a:srcRect l="6406" t="23611" r="6406" b="23472"/>
          <a:stretch>
            <a:fillRect/>
          </a:stretch>
        </p:blipFill>
        <p:spPr>
          <a:xfrm>
            <a:off x="609600" y="6315075"/>
            <a:ext cx="914400" cy="323850"/>
          </a:xfrm>
          <a:prstGeom prst="rect">
            <a:avLst/>
          </a:prstGeom>
          <a:ln>
            <a:noFill/>
          </a:ln>
        </p:spPr>
      </p:pic>
      <p:sp>
        <p:nvSpPr>
          <p:cNvPr id="1002" name="河图统一页码"/>
          <p:cNvSpPr>
            <a:spLocks noGrp="1"/>
          </p:cNvSpPr>
          <p:nvPr/>
        </p:nvSpPr>
        <p:spPr>
          <a:xfrm>
            <a:off x="10629900" y="6410325"/>
            <a:ext cx="952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defPPr>
            <a:lvl1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1pPr>
            <a:lvl2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2pPr>
            <a:lvl3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3pPr>
            <a:lvl4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4pPr>
            <a:lvl5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5pPr>
            <a:lvl6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6pPr>
            <a:lvl7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7pPr>
            <a:lvl8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8pPr>
            <a:lvl9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9pPr>
          </a:lstStyle>
          <a:p>
            <a: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rPr>
              <a:t>9 / 27</a:t>
            </a:r>
            <a:endParaRPr sz="1000" b="1">
              <a:solidFill>
                <a:srgbClr val="D3E4E8"/>
              </a:solidFill>
              <a:latin typeface="Source Han Sans SC Heavy"/>
              <a:ea typeface="Source Han Sans SC Heavy"/>
              <a:cs typeface="Source Han Sans SC Heavy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ns3="http://schemas.microsoft.com/office/drawing/2010/main" xmlns:ns4="http://schemas.microsoft.com/office/drawing/2016/SVG/main" xmlns:p="http://schemas.openxmlformats.org/presentationml/2006/main" xmlns:r="http://schemas.openxmlformats.org/officeDocument/2006/relationships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09600" y="4572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18A999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838200" y="428625"/>
            <a:ext cx="2914650" cy="39052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225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先立边界，再谈收益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09600" y="1181100"/>
            <a:ext cx="4943475" cy="4286250"/>
          </a:xfrm>
          <a:prstGeom prst="roundRect">
            <a:avLst>
              <a:gd name="adj" fmla="val 3083"/>
            </a:avLst>
          </a:prstGeom>
          <a:solidFill>
            <a:srgbClr val="123B5D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ns3:useLocalDpi val="0"/>
              </a:ext>
              <a:ext uri="{96DAC541-7B7A-43D3-8B79-37D633B846F1}">
                <ns4:svgBlip r:embed="rId3"/>
              </a:ext>
            </a:extLst>
          </a:blip>
          <a:stretch>
            <a:fillRect/>
          </a:stretch>
        </p:blipFill>
        <p:spPr>
          <a:xfrm>
            <a:off x="857250" y="1409700"/>
            <a:ext cx="247650" cy="24765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200150" y="1390650"/>
            <a:ext cx="3905250" cy="3619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sz="18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800" b="1" i="0" u="none" strike="noStrike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"合法抢劫"的合法边界</a:t>
            </a:r>
            <a:endParaRPr lang="en-US" sz="18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57250" y="1962150"/>
            <a:ext cx="4448175" cy="10668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35000"/>
              </a:lnSpc>
              <a:defRPr sz="16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600" b="1" i="0" u="none" strike="noStrike">
                <a:solidFill>
                  <a:srgbClr val="EAF2F7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一本好书是作者十几年经验的浓缩，一个牛人积累了几十年的方法。我们可以</a:t>
            </a:r>
            <a:r>
              <a:rPr lang="en-US" sz="1600" b="1" i="0" u="none" strike="noStrike">
                <a:solidFill>
                  <a:srgbClr val="66D9CC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学习、理解、提炼</a:t>
            </a:r>
            <a:r>
              <a:rPr lang="en-US" sz="1600" b="1" i="0" u="none" strike="noStrike">
                <a:solidFill>
                  <a:srgbClr val="EAF2F7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这些公开知识。</a:t>
            </a:r>
            <a:endParaRPr lang="en-US" sz="16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857250" y="3276600"/>
            <a:ext cx="4448175" cy="12001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35000"/>
              </a:lnSpc>
              <a:defRPr sz="16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600" b="1" i="0" u="none" strike="noStrike">
                <a:solidFill>
                  <a:srgbClr val="EAF2F7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但不要把整本书、付费内容或长段原文</a:t>
            </a:r>
            <a:r>
              <a:rPr lang="en-US" sz="1600" b="1" i="0" u="none" strike="noStrike">
                <a:solidFill>
                  <a:srgbClr val="FCA5A5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复制出来重新传播</a:t>
            </a:r>
            <a:r>
              <a:rPr lang="en-US" sz="1600" b="1" i="0" u="none" strike="noStrike">
                <a:solidFill>
                  <a:srgbClr val="EAF2F7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——使用任何材料，都尊重它的授权与版权边界。</a:t>
            </a:r>
            <a:endParaRPr lang="en-US" sz="16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57250" y="4914900"/>
            <a:ext cx="4448175" cy="3619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sz="12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2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这是一句为了好记的比喻，不是法律结论。</a:t>
            </a:r>
            <a:endParaRPr lang="en-US" sz="12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5781675" y="1181100"/>
            <a:ext cx="5800725" cy="1981200"/>
          </a:xfrm>
          <a:prstGeom prst="roundRect">
            <a:avLst>
              <a:gd name="adj" fmla="val 622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ns3:useLocalDpi val="0"/>
              </a:ext>
              <a:ext uri="{96DAC541-7B7A-43D3-8B79-37D633B846F1}">
                <ns4:svgBlip r:embed="rId5"/>
              </a:ext>
            </a:extLst>
          </a:blip>
          <a:stretch>
            <a:fillRect/>
          </a:stretch>
        </p:blipFill>
        <p:spPr>
          <a:xfrm>
            <a:off x="6010275" y="1409700"/>
            <a:ext cx="247650" cy="24765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353175" y="1390650"/>
            <a:ext cx="5000625" cy="3619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sz="18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8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收益一：给自己提效</a:t>
            </a:r>
            <a:endParaRPr lang="en-US" sz="18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010275" y="1981200"/>
            <a:ext cx="5343525" cy="9906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35000"/>
              </a:lnSpc>
              <a:defRPr sz="155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55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你有 10 个 Skill，就有 10 个场景的活由 AI 按你的意思干——你腾出手，打磨更重要的东西。这也是 AI 时代的必修课：你的场景，只有你自己懂。</a:t>
            </a:r>
            <a:endParaRPr lang="en-US" sz="155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5781675" y="3390900"/>
            <a:ext cx="5800725" cy="2076450"/>
          </a:xfrm>
          <a:prstGeom prst="roundRect">
            <a:avLst>
              <a:gd name="adj" fmla="val 6226"/>
            </a:avLst>
          </a:prstGeom>
          <a:solidFill>
            <a:srgbClr val="EAF2F7">
              <a:alpha val="100000"/>
            </a:srgbClr>
          </a:solidFill>
          <a:ln w="12700" cap="flat" cmpd="sng">
            <a:solidFill>
              <a:srgbClr val="FED7AA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ns3:useLocalDpi val="0"/>
              </a:ext>
              <a:ext uri="{96DAC541-7B7A-43D3-8B79-37D633B846F1}">
                <ns4:svgBlip r:embed="rId7"/>
              </a:ext>
            </a:extLst>
          </a:blip>
          <a:stretch>
            <a:fillRect/>
          </a:stretch>
        </p:blipFill>
        <p:spPr>
          <a:xfrm>
            <a:off x="6010275" y="3619500"/>
            <a:ext cx="247650" cy="24765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353175" y="3600450"/>
            <a:ext cx="5000625" cy="3619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sz="18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8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收益二：可复用的数字资产</a:t>
            </a:r>
            <a:endParaRPr lang="en-US" sz="18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010275" y="4191000"/>
            <a:ext cx="5343525" cy="10858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35000"/>
              </a:lnSpc>
              <a:defRPr sz="155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55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你行业里的优秀 Skill，未来可以交易、可以赚钱——SkillHub 已上线 SkillPay 付费体系（第八章详讲）。今天做的 Skill，是明天的资产。</a:t>
            </a:r>
            <a:endParaRPr lang="en-US" sz="155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1001" name="河图统一页脚Logo"/>
          <p:cNvPicPr>
            <a:picLocks noChangeAspect="1"/>
          </p:cNvPicPr>
          <p:nvPr/>
        </p:nvPicPr>
        <p:blipFill>
          <a:blip r:embed="rId8"/>
          <a:srcRect l="6458" t="22500" r="6510" b="22407"/>
          <a:stretch>
            <a:fillRect/>
          </a:stretch>
        </p:blipFill>
        <p:spPr>
          <a:xfrm>
            <a:off x="609600" y="6315075"/>
            <a:ext cx="914400" cy="323850"/>
          </a:xfrm>
          <a:prstGeom prst="rect">
            <a:avLst/>
          </a:prstGeom>
          <a:ln>
            <a:noFill/>
          </a:ln>
        </p:spPr>
      </p:pic>
      <p:sp>
        <p:nvSpPr>
          <p:cNvPr id="1002" name="河图统一页码"/>
          <p:cNvSpPr>
            <a:spLocks noGrp="1"/>
          </p:cNvSpPr>
          <p:nvPr/>
        </p:nvSpPr>
        <p:spPr>
          <a:xfrm>
            <a:off x="10629900" y="6410325"/>
            <a:ext cx="952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defPPr>
            <a:lvl1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1pPr>
            <a:lvl2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2pPr>
            <a:lvl3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3pPr>
            <a:lvl4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4pPr>
            <a:lvl5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5pPr>
            <a:lvl6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6pPr>
            <a:lvl7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7pPr>
            <a:lvl8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8pPr>
            <a:lvl9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9pPr>
          </a:lstStyle>
          <a:p>
            <a: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rPr>
              <a:t>10 / 27</a:t>
            </a:r>
            <a:endParaRPr sz="1000" b="1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ns3="http://schemas.microsoft.com/office/drawing/2010/main" xmlns:ns4="http://schemas.microsoft.com/office/drawing/2016/SVG/main" xmlns:p="http://schemas.openxmlformats.org/presentationml/2006/main" xmlns:r="http://schemas.openxmlformats.org/officeDocument/2006/relationships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09600" y="4572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18A999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838200" y="428625"/>
            <a:ext cx="3133725" cy="39052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225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简单结构 vs 复杂结构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09600" y="1047750"/>
            <a:ext cx="4724400" cy="1228725"/>
          </a:xfrm>
          <a:prstGeom prst="roundRect">
            <a:avLst>
              <a:gd name="adj" fmla="val 1085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AF2F7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800100" y="1238250"/>
            <a:ext cx="4343400" cy="21907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3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简单结构 = 只有一个 SKILL.md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800100" y="1533525"/>
            <a:ext cx="4343400" cy="5524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58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13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例：wechat-writing-style。一个文件装下全部规则，适合规则少、纯文本判断的任务。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09600" y="2409825"/>
            <a:ext cx="4724400" cy="2476500"/>
          </a:xfrm>
          <a:prstGeom prst="roundRect">
            <a:avLst>
              <a:gd name="adj" fmla="val 3617"/>
            </a:avLst>
          </a:prstGeom>
          <a:solidFill>
            <a:srgbClr val="123B5D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819150" y="2619375"/>
            <a:ext cx="4305300" cy="162877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92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125" b="1" i="0" u="none" strike="noStrike">
                <a:solidFill>
                  <a:srgbClr val="66D9CC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skill-name/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  <a:p>
            <a:pPr marL="0" indent="0" algn="l">
              <a:lnSpc>
                <a:spcPct val="192000"/>
              </a:lnSpc>
              <a:defRPr b="1"/>
            </a:pPr>
            <a:r>
              <a:rPr lang="en-US" sz="1125" b="1" i="0" u="none" strike="noStrike">
                <a:solidFill>
                  <a:srgbClr val="66D9CC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├── </a:t>
            </a:r>
            <a:r>
              <a:rPr lang="en-US" sz="1125" b="1" i="0" u="none" strike="noStrike">
                <a:solidFill>
                  <a:srgbClr val="D6A84B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SKILL.md</a:t>
            </a:r>
            <a:r>
              <a:rPr lang="en-US" sz="1125" b="1" i="0" u="none" strike="noStrike">
                <a:solidFill>
                  <a:srgbClr val="66D9CC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　主说明文件（必需，全大写）</a:t>
            </a:r>
            <a:endParaRPr lang="en-US" sz="1125" b="1" i="0" u="none" strike="noStrike">
              <a:solidFill>
                <a:srgbClr val="66D9CC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  <a:p>
            <a:pPr marL="0" indent="0" algn="l">
              <a:lnSpc>
                <a:spcPct val="192000"/>
              </a:lnSpc>
              <a:defRPr b="1"/>
            </a:pPr>
            <a:r>
              <a:rPr lang="en-US" sz="1125" b="1" i="0" u="none" strike="noStrike">
                <a:solidFill>
                  <a:srgbClr val="66D9CC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├── scripts/　　辅助脚本（程序硬判断）</a:t>
            </a:r>
            <a:endParaRPr lang="en-US" sz="1125" b="1" i="0" u="none" strike="noStrike">
              <a:solidFill>
                <a:srgbClr val="66D9CC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  <a:p>
            <a:pPr marL="0" indent="0" algn="l">
              <a:lnSpc>
                <a:spcPct val="192000"/>
              </a:lnSpc>
              <a:defRPr b="1"/>
            </a:pPr>
            <a:r>
              <a:rPr lang="en-US" sz="1125" b="1" i="0" u="none" strike="noStrike">
                <a:solidFill>
                  <a:srgbClr val="66D9CC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├── references/　知识库·术语表·规则库</a:t>
            </a:r>
            <a:endParaRPr lang="en-US" sz="1125" b="1" i="0" u="none" strike="noStrike">
              <a:solidFill>
                <a:srgbClr val="66D9CC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  <a:p>
            <a:pPr marL="0" indent="0" algn="l">
              <a:lnSpc>
                <a:spcPct val="192000"/>
              </a:lnSpc>
              <a:defRPr b="1"/>
            </a:pPr>
            <a:r>
              <a:rPr lang="en-US" sz="1125" b="1" i="0" u="none" strike="noStrike">
                <a:solidFill>
                  <a:srgbClr val="66D9CC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└── assets/　　 模板与案例材料</a:t>
            </a:r>
            <a:endParaRPr lang="en-US" sz="1125" b="1" i="0" u="none" strike="noStrike">
              <a:solidFill>
                <a:srgbClr val="66D9CC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562600" y="1047750"/>
            <a:ext cx="6019800" cy="21907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3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复杂结构 = 一个自包含的文件夹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5562600" y="1381125"/>
            <a:ext cx="6019800" cy="9144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67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21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例：content-risk-detector 的规则库住在 references/；仓颉还有 methodology/、extractors/、templates/。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  <a:p>
            <a:pPr marL="0" indent="0" algn="l">
              <a:lnSpc>
                <a:spcPct val="167000"/>
              </a:lnSpc>
              <a:defRPr b="1"/>
            </a:pPr>
            <a:r>
              <a:rPr lang="en-US" sz="121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什么时候必须升级：</a:t>
            </a:r>
            <a:r>
              <a:rPr lang="en-US" sz="121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规则库太大塞不下 / 需要脚本做硬校验 / 多份资料要按需加载。</a:t>
            </a:r>
            <a:endParaRPr lang="en-US" sz="1210" b="1" i="0" u="none" strike="noStrike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5562600" y="3648075"/>
            <a:ext cx="6019800" cy="1238250"/>
          </a:xfrm>
          <a:prstGeom prst="roundRect">
            <a:avLst>
              <a:gd name="adj" fmla="val 10768"/>
            </a:avLst>
          </a:prstGeom>
          <a:solidFill>
            <a:srgbClr val="EAF2F7">
              <a:alpha val="100000"/>
            </a:srgbClr>
          </a:solidFill>
          <a:ln w="12700" cap="flat" cmpd="sng">
            <a:solidFill>
              <a:srgbClr val="FED7AA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ns3:useLocalDpi val="0"/>
              </a:ext>
              <a:ext uri="{96DAC541-7B7A-43D3-8B79-37D633B846F1}">
                <ns4:svgBlip r:embed="rId3"/>
              </a:ext>
            </a:extLst>
          </a:blip>
          <a:stretch>
            <a:fillRect/>
          </a:stretch>
        </p:blipFill>
        <p:spPr>
          <a:xfrm>
            <a:off x="5734050" y="3819525"/>
            <a:ext cx="209550" cy="20955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019800" y="3819525"/>
            <a:ext cx="1028700" cy="2095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35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最容易踩的坑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5734050" y="4105275"/>
            <a:ext cx="5676900" cy="6096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67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08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只拷 SKILL.md 不拷 references，Skill 装错了</a:t>
            </a:r>
            <a:r>
              <a:rPr lang="en-US" sz="108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也不报错</a:t>
            </a:r>
            <a:r>
              <a:rPr lang="en-US" sz="108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——它会"正常运行却悄悄丢掉关键能力"：报告看起来正常，规则库一条都没加载。</a:t>
            </a:r>
            <a:r>
              <a:rPr lang="en-US" sz="1080" b="1" i="0" u="none" strike="noStrike">
                <a:solidFill>
                  <a:srgbClr val="D6A84B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装 Skill，要拷整个文件夹。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1001" name="河图统一页脚Logo"/>
          <p:cNvPicPr>
            <a:picLocks noChangeAspect="1"/>
          </p:cNvPicPr>
          <p:nvPr/>
        </p:nvPicPr>
        <p:blipFill>
          <a:blip r:embed="rId4"/>
          <a:srcRect l="6458" t="22500" r="6510" b="22407"/>
          <a:stretch>
            <a:fillRect/>
          </a:stretch>
        </p:blipFill>
        <p:spPr>
          <a:xfrm>
            <a:off x="609600" y="6315075"/>
            <a:ext cx="914400" cy="323850"/>
          </a:xfrm>
          <a:prstGeom prst="rect">
            <a:avLst/>
          </a:prstGeom>
          <a:ln>
            <a:noFill/>
          </a:ln>
        </p:spPr>
      </p:pic>
      <p:sp>
        <p:nvSpPr>
          <p:cNvPr id="1002" name="河图统一页码"/>
          <p:cNvSpPr>
            <a:spLocks noGrp="1"/>
          </p:cNvSpPr>
          <p:nvPr/>
        </p:nvSpPr>
        <p:spPr>
          <a:xfrm>
            <a:off x="10629900" y="6410325"/>
            <a:ext cx="952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defPPr>
            <a:lvl1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1pPr>
            <a:lvl2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2pPr>
            <a:lvl3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3pPr>
            <a:lvl4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4pPr>
            <a:lvl5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5pPr>
            <a:lvl6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6pPr>
            <a:lvl7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7pPr>
            <a:lvl8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8pPr>
            <a:lvl9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9pPr>
          </a:lstStyle>
          <a:p>
            <a: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rPr>
              <a:t>11 / 27</a:t>
            </a:r>
            <a:endParaRPr sz="1000" b="1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09600" y="4572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18A999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838200" y="428625"/>
            <a:ext cx="5829300" cy="39052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225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渐进式披露：装上百个 Skill 也不爆 Token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09600" y="1704975"/>
            <a:ext cx="857250" cy="2095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375" b="1" i="0" u="none" strike="noStrike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Layer 1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476375" y="1533525"/>
            <a:ext cx="5029200" cy="552450"/>
          </a:xfrm>
          <a:prstGeom prst="roundRect">
            <a:avLst>
              <a:gd name="adj" fmla="val 17241"/>
            </a:avLst>
          </a:prstGeom>
          <a:solidFill>
            <a:srgbClr val="18A999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628775" y="1647825"/>
            <a:ext cx="4724400" cy="1714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125" b="1" i="0" u="none" strike="noStrike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frontmatter（name + description）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628775" y="1819275"/>
            <a:ext cx="4724400" cy="1524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000" b="1" i="0" u="none" strike="noStrike">
                <a:solidFill>
                  <a:srgbClr val="FFFFFF">
                    <a:alpha val="85098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30~50 tokens · 常驻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09600" y="3333750"/>
            <a:ext cx="857250" cy="2095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375" b="1" i="0" u="none" strike="noStrike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Layer 2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600200" y="3162300"/>
            <a:ext cx="4248150" cy="552450"/>
          </a:xfrm>
          <a:prstGeom prst="roundRect">
            <a:avLst>
              <a:gd name="adj" fmla="val 17241"/>
            </a:avLst>
          </a:prstGeom>
          <a:solidFill>
            <a:srgbClr val="18A999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752600" y="3276600"/>
            <a:ext cx="3943350" cy="1714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125" b="1" i="0" u="none" strike="noStrike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SKILL.md 正文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1752600" y="3448050"/>
            <a:ext cx="3943350" cy="1524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000" b="1" i="0" u="none" strike="noStrike">
                <a:solidFill>
                  <a:srgbClr val="FFFFFF">
                    <a:alpha val="85098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300~500 tokens · 匹配后加载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09600" y="4962525"/>
            <a:ext cx="857250" cy="2095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375" b="1" i="0" u="none" strike="noStrike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Layer 3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600200" y="4791075"/>
            <a:ext cx="2714625" cy="552450"/>
          </a:xfrm>
          <a:prstGeom prst="roundRect">
            <a:avLst>
              <a:gd name="adj" fmla="val 17241"/>
            </a:avLst>
          </a:prstGeom>
          <a:solidFill>
            <a:srgbClr val="18A999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1752600" y="4905375"/>
            <a:ext cx="2409825" cy="1714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125" b="1" i="0" u="none" strike="noStrike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scripts / references / assets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1752600" y="5076825"/>
            <a:ext cx="2409825" cy="1524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000" b="1" i="0" u="none" strike="noStrike">
                <a:solidFill>
                  <a:srgbClr val="FFFFFF">
                    <a:alpha val="85098"/>
                  </a:srgbClr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无限制 · 按需读取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09600" y="5934075"/>
            <a:ext cx="5895975" cy="16192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060" b="1" i="0" u="none" strike="noStrike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先看简介判断要不要用，真正需要时再读详细说明和资源——不用每次全塞进上下文。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753225" y="1047750"/>
            <a:ext cx="4829175" cy="5048250"/>
          </a:xfrm>
          <a:prstGeom prst="roundRect">
            <a:avLst>
              <a:gd name="adj" fmla="val 3156"/>
            </a:avLst>
          </a:prstGeom>
          <a:solidFill>
            <a:srgbClr val="123B5D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7000875" y="2162175"/>
            <a:ext cx="1552575" cy="10096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6600" b="1" i="0" u="none" strike="noStrike">
                <a:solidFill>
                  <a:srgbClr val="D6A84B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800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7000875" y="3171825"/>
            <a:ext cx="1847850" cy="1714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125" b="1" i="0" u="none" strike="noStrike">
                <a:solidFill>
                  <a:srgbClr val="BCD2D8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17 个 Skill 常驻 tokens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8705850" y="2847975"/>
            <a:ext cx="285750" cy="4953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11430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2250" b="1" i="0" u="none" strike="noStrike">
                <a:solidFill>
                  <a:srgbClr val="64D4C9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vs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9144000" y="2714625"/>
            <a:ext cx="1257300" cy="4572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2250" b="1" i="0" u="none" strike="noStrike">
                <a:solidFill>
                  <a:srgbClr val="EAF2F7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13 万+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9144000" y="3171825"/>
            <a:ext cx="1257300" cy="1714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125" b="1" i="0" u="none" strike="noStrike">
                <a:solidFill>
                  <a:srgbClr val="BCD2D8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全量加载 tokens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7000875" y="3495675"/>
            <a:ext cx="4333875" cy="12700"/>
          </a:xfrm>
          <a:prstGeom prst="roundRect">
            <a:avLst>
              <a:gd name="adj" fmla="val 0"/>
            </a:avLst>
          </a:prstGeom>
          <a:solidFill>
            <a:srgbClr val="517184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7000875" y="3657600"/>
            <a:ext cx="4333875" cy="6286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58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290" b="1" i="0" u="none" strike="noStrike">
                <a:solidFill>
                  <a:srgbClr val="EAF2F7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省了 </a:t>
            </a:r>
            <a:r>
              <a:rPr lang="en-US" sz="1290" b="1" i="0" u="none" strike="noStrike">
                <a:solidFill>
                  <a:srgbClr val="D6A84B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170 倍</a:t>
            </a:r>
            <a:r>
              <a:rPr lang="en-US" sz="1290" b="1" i="0" u="none" strike="noStrike">
                <a:solidFill>
                  <a:srgbClr val="EAF2F7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——这就是 Skill 体系能横向扩展到上百个的根本原因。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7000875" y="4438650"/>
            <a:ext cx="4333875" cy="5524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58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130" b="1" i="0" u="none" strike="noStrike">
                <a:solidFill>
                  <a:srgbClr val="BCD2D8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所以再次强调：</a:t>
            </a:r>
            <a:r>
              <a:rPr lang="en-US" sz="1130" b="1" i="0" u="none" strike="noStrike">
                <a:solidFill>
                  <a:srgbClr val="66D9CC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description 写得好不好，直接决定 Skill 会不会被正确召回。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1001" name="河图统一页脚Logo"/>
          <p:cNvPicPr>
            <a:picLocks noChangeAspect="1"/>
          </p:cNvPicPr>
          <p:nvPr/>
        </p:nvPicPr>
        <p:blipFill>
          <a:blip r:embed="rId2"/>
          <a:srcRect l="6458" t="22500" r="6510" b="22407"/>
          <a:stretch>
            <a:fillRect/>
          </a:stretch>
        </p:blipFill>
        <p:spPr>
          <a:xfrm>
            <a:off x="609600" y="6315075"/>
            <a:ext cx="914400" cy="323850"/>
          </a:xfrm>
          <a:prstGeom prst="rect">
            <a:avLst/>
          </a:prstGeom>
          <a:ln>
            <a:noFill/>
          </a:ln>
        </p:spPr>
      </p:pic>
      <p:sp>
        <p:nvSpPr>
          <p:cNvPr id="1002" name="河图统一页码"/>
          <p:cNvSpPr>
            <a:spLocks noGrp="1"/>
          </p:cNvSpPr>
          <p:nvPr/>
        </p:nvSpPr>
        <p:spPr>
          <a:xfrm>
            <a:off x="10629900" y="6410325"/>
            <a:ext cx="952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defPPr>
            <a:lvl1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1pPr>
            <a:lvl2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2pPr>
            <a:lvl3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3pPr>
            <a:lvl4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4pPr>
            <a:lvl5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5pPr>
            <a:lvl6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6pPr>
            <a:lvl7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7pPr>
            <a:lvl8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8pPr>
            <a:lvl9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9pPr>
          </a:lstStyle>
          <a:p>
            <a: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rPr>
              <a:t>12 / 27</a:t>
            </a:r>
            <a:endParaRPr sz="1000" b="1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ns3="http://schemas.microsoft.com/office/drawing/2010/main" xmlns:ns4="http://schemas.microsoft.com/office/drawing/2016/SVG/main" xmlns:p="http://schemas.openxmlformats.org/presentationml/2006/main" xmlns:r="http://schemas.openxmlformats.org/officeDocument/2006/relationships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09600" y="4572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18A999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838200" y="428625"/>
            <a:ext cx="4333875" cy="39052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225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怎么装：三种方式 + 装后确认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57225" y="1047750"/>
            <a:ext cx="6229350" cy="1333500"/>
          </a:xfrm>
          <a:prstGeom prst="roundRect">
            <a:avLst>
              <a:gd name="adj" fmla="val 8805"/>
            </a:avLst>
          </a:prstGeom>
          <a:solidFill>
            <a:srgbClr val="FFFF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657225" y="1047750"/>
            <a:ext cx="133350" cy="1333500"/>
          </a:xfrm>
          <a:custGeom>
            <a:avLst/>
            <a:gdLst/>
            <a:ahLst/>
            <a:cxnLst/>
            <a:rect l="l" t="t" r="r" b="b"/>
            <a:pathLst>
              <a:path w="133350" h="1514475">
                <a:moveTo>
                  <a:pt x="123825" y="0"/>
                </a:moveTo>
                <a:cubicBezTo>
                  <a:pt x="85725" y="0"/>
                  <a:pt x="47625" y="38100"/>
                  <a:pt x="47625" y="85725"/>
                </a:cubicBezTo>
                <a:lnTo>
                  <a:pt x="47625" y="1428750"/>
                </a:lnTo>
                <a:cubicBezTo>
                  <a:pt x="47625" y="1466850"/>
                  <a:pt x="76200" y="1504950"/>
                  <a:pt x="114300" y="1514475"/>
                </a:cubicBezTo>
                <a:cubicBezTo>
                  <a:pt x="47625" y="1504950"/>
                  <a:pt x="0" y="1447800"/>
                  <a:pt x="0" y="1381125"/>
                </a:cubicBezTo>
                <a:lnTo>
                  <a:pt x="0" y="133350"/>
                </a:lnTo>
                <a:cubicBezTo>
                  <a:pt x="0" y="57150"/>
                  <a:pt x="57150" y="0"/>
                  <a:pt x="133350" y="0"/>
                </a:cubicBezTo>
                <a:close/>
              </a:path>
            </a:pathLst>
          </a:custGeom>
          <a:solidFill>
            <a:srgbClr val="18A999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847725" y="1285875"/>
            <a:ext cx="5800725" cy="2095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37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方式一 · 给地址让 AI 自动装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47725" y="1685925"/>
            <a:ext cx="5772150" cy="4953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13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最简单："帮我装一个 skill: [仓库地址]，装到我的 skills 目录下，装好告诉我怎么调用它。"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57225" y="2571750"/>
            <a:ext cx="6229350" cy="1333500"/>
          </a:xfrm>
          <a:prstGeom prst="roundRect">
            <a:avLst>
              <a:gd name="adj" fmla="val 8805"/>
            </a:avLst>
          </a:prstGeom>
          <a:solidFill>
            <a:srgbClr val="FFFF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657225" y="2571750"/>
            <a:ext cx="133350" cy="1333500"/>
          </a:xfrm>
          <a:custGeom>
            <a:avLst/>
            <a:gdLst/>
            <a:ahLst/>
            <a:cxnLst/>
            <a:rect l="l" t="t" r="r" b="b"/>
            <a:pathLst>
              <a:path w="133350" h="1514475">
                <a:moveTo>
                  <a:pt x="123825" y="0"/>
                </a:moveTo>
                <a:cubicBezTo>
                  <a:pt x="85725" y="0"/>
                  <a:pt x="47625" y="38100"/>
                  <a:pt x="47625" y="85725"/>
                </a:cubicBezTo>
                <a:lnTo>
                  <a:pt x="47625" y="1428750"/>
                </a:lnTo>
                <a:cubicBezTo>
                  <a:pt x="47625" y="1466850"/>
                  <a:pt x="76200" y="1504950"/>
                  <a:pt x="114300" y="1514475"/>
                </a:cubicBezTo>
                <a:cubicBezTo>
                  <a:pt x="47625" y="1504950"/>
                  <a:pt x="0" y="1447800"/>
                  <a:pt x="0" y="1381125"/>
                </a:cubicBezTo>
                <a:lnTo>
                  <a:pt x="0" y="133350"/>
                </a:lnTo>
                <a:cubicBezTo>
                  <a:pt x="0" y="57150"/>
                  <a:pt x="57150" y="0"/>
                  <a:pt x="133350" y="0"/>
                </a:cubicBezTo>
                <a:close/>
              </a:path>
            </a:pathLst>
          </a:custGeom>
          <a:solidFill>
            <a:srgbClr val="18A999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47725" y="2809875"/>
            <a:ext cx="5800725" cy="2095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37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方式二 · 本地资源包装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47725" y="3209925"/>
            <a:ext cx="5772150" cy="4953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13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AI 工具打不开 GitHub 时用：下载好压缩包，让 AI 从你给的本地路径安装。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57225" y="4095750"/>
            <a:ext cx="6229350" cy="1333500"/>
          </a:xfrm>
          <a:prstGeom prst="roundRect">
            <a:avLst>
              <a:gd name="adj" fmla="val 8805"/>
            </a:avLst>
          </a:prstGeom>
          <a:solidFill>
            <a:srgbClr val="FFFF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657225" y="4095750"/>
            <a:ext cx="133350" cy="1333500"/>
          </a:xfrm>
          <a:custGeom>
            <a:avLst/>
            <a:gdLst/>
            <a:ahLst/>
            <a:cxnLst/>
            <a:rect l="l" t="t" r="r" b="b"/>
            <a:pathLst>
              <a:path w="133350" h="1514475">
                <a:moveTo>
                  <a:pt x="123825" y="0"/>
                </a:moveTo>
                <a:cubicBezTo>
                  <a:pt x="85725" y="0"/>
                  <a:pt x="47625" y="38100"/>
                  <a:pt x="47625" y="85725"/>
                </a:cubicBezTo>
                <a:lnTo>
                  <a:pt x="47625" y="1428750"/>
                </a:lnTo>
                <a:cubicBezTo>
                  <a:pt x="47625" y="1466850"/>
                  <a:pt x="76200" y="1504950"/>
                  <a:pt x="114300" y="1514475"/>
                </a:cubicBezTo>
                <a:cubicBezTo>
                  <a:pt x="47625" y="1504950"/>
                  <a:pt x="0" y="1447800"/>
                  <a:pt x="0" y="1381125"/>
                </a:cubicBezTo>
                <a:lnTo>
                  <a:pt x="0" y="133350"/>
                </a:lnTo>
                <a:cubicBezTo>
                  <a:pt x="0" y="57150"/>
                  <a:pt x="57150" y="0"/>
                  <a:pt x="133350" y="0"/>
                </a:cubicBezTo>
                <a:close/>
              </a:path>
            </a:pathLst>
          </a:custGeom>
          <a:solidFill>
            <a:srgbClr val="18A999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47725" y="4333875"/>
            <a:ext cx="5800725" cy="2095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37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方式三 · 手动上传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47725" y="4733925"/>
            <a:ext cx="5772150" cy="4953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13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WorkBuddy 专属，不消耗积分。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09600" y="5715000"/>
            <a:ext cx="6229350" cy="16192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060" b="1" i="0" u="none" strike="noStrike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不管哪种方式，AI 都会向你申请权限（读压缩包、写入 skills 目录等）——都允许就好。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067550" y="1047750"/>
            <a:ext cx="4514850" cy="4381500"/>
          </a:xfrm>
          <a:prstGeom prst="roundRect">
            <a:avLst>
              <a:gd name="adj" fmla="val 3376"/>
            </a:avLst>
          </a:prstGeom>
          <a:solidFill>
            <a:srgbClr val="123B5D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ns3:useLocalDpi val="0"/>
              </a:ext>
              <a:ext uri="{96DAC541-7B7A-43D3-8B79-37D633B846F1}">
                <ns4:svgBlip r:embed="rId3"/>
              </a:ext>
            </a:extLst>
          </a:blip>
          <a:stretch>
            <a:fillRect/>
          </a:stretch>
        </p:blipFill>
        <p:spPr>
          <a:xfrm>
            <a:off x="7296150" y="1276350"/>
            <a:ext cx="228600" cy="228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620000" y="1276350"/>
            <a:ext cx="1714500" cy="2286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500" b="1" i="0" u="none" strike="noStrike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怎么知道真装上了？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7296150" y="2152650"/>
            <a:ext cx="4057650" cy="971550"/>
          </a:xfrm>
          <a:prstGeom prst="roundRect">
            <a:avLst>
              <a:gd name="adj" fmla="val 11765"/>
            </a:avLst>
          </a:prstGeom>
          <a:solidFill>
            <a:srgbClr val="18A999">
              <a:alpha val="12000"/>
            </a:srgbClr>
          </a:solidFill>
          <a:ln w="12700" cap="flat" cmpd="sng">
            <a:solidFill>
              <a:srgbClr val="18A999">
                <a:alpha val="4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7467600" y="2324100"/>
            <a:ext cx="3714750" cy="6286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58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290" b="1" i="0" u="none" strike="noStrike">
                <a:solidFill>
                  <a:srgbClr val="66D9CC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"你现在能用哪些 skill？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  <a:p>
            <a:pPr marL="0" indent="0" algn="l">
              <a:lnSpc>
                <a:spcPct val="158000"/>
              </a:lnSpc>
              <a:defRPr b="1"/>
            </a:pPr>
            <a:r>
              <a:rPr lang="en-US" sz="1290" b="1" i="0" u="none" strike="noStrike">
                <a:solidFill>
                  <a:srgbClr val="66D9CC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列出来给我看看"</a:t>
            </a:r>
            <a:endParaRPr lang="en-US" sz="1290" b="1" i="0" u="none" strike="noStrike">
              <a:solidFill>
                <a:srgbClr val="66D9CC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7296150" y="4191000"/>
            <a:ext cx="4057650" cy="9715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67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135" b="1" i="0" u="none" strike="noStrike">
                <a:solidFill>
                  <a:srgbClr val="EAF2F7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正常它会回："你当前能用的 skill 一共 15 个……"并把名字逐个念出来。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  <a:p>
            <a:pPr marL="0" indent="0" algn="l">
              <a:lnSpc>
                <a:spcPct val="167000"/>
              </a:lnSpc>
              <a:defRPr b="1"/>
            </a:pPr>
            <a:r>
              <a:rPr lang="en-US" sz="1135" b="1" i="0" u="none" strike="noStrike">
                <a:solidFill>
                  <a:srgbClr val="D6A84B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名字念得出来，才算装好。</a:t>
            </a:r>
            <a:endParaRPr lang="en-US" sz="1135" b="1" i="0" u="none" strike="noStrike">
              <a:solidFill>
                <a:srgbClr val="D6A84B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1001" name="河图统一页脚Logo"/>
          <p:cNvPicPr>
            <a:picLocks noChangeAspect="1"/>
          </p:cNvPicPr>
          <p:nvPr/>
        </p:nvPicPr>
        <p:blipFill>
          <a:blip r:embed="rId4"/>
          <a:srcRect l="6458" t="22500" r="6510" b="22407"/>
          <a:stretch>
            <a:fillRect/>
          </a:stretch>
        </p:blipFill>
        <p:spPr>
          <a:xfrm>
            <a:off x="609600" y="6315075"/>
            <a:ext cx="914400" cy="323850"/>
          </a:xfrm>
          <a:prstGeom prst="rect">
            <a:avLst/>
          </a:prstGeom>
          <a:ln>
            <a:noFill/>
          </a:ln>
        </p:spPr>
      </p:pic>
      <p:sp>
        <p:nvSpPr>
          <p:cNvPr id="1002" name="河图统一页码"/>
          <p:cNvSpPr>
            <a:spLocks noGrp="1"/>
          </p:cNvSpPr>
          <p:nvPr/>
        </p:nvSpPr>
        <p:spPr>
          <a:xfrm>
            <a:off x="10629900" y="6410325"/>
            <a:ext cx="952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defPPr>
            <a:lvl1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1pPr>
            <a:lvl2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2pPr>
            <a:lvl3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3pPr>
            <a:lvl4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4pPr>
            <a:lvl5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5pPr>
            <a:lvl6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6pPr>
            <a:lvl7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7pPr>
            <a:lvl8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8pPr>
            <a:lvl9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9pPr>
          </a:lstStyle>
          <a:p>
            <a: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rPr>
              <a:t>13 / 27</a:t>
            </a:r>
            <a:endParaRPr sz="1000" b="1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AF2F7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8953500" y="-1143000"/>
            <a:ext cx="4000500" cy="4000500"/>
          </a:xfrm>
          <a:custGeom>
            <a:avLst/>
            <a:gdLst/>
            <a:ahLst/>
            <a:cxnLst/>
            <a:rect l="l" t="t" r="r" b="b"/>
            <a:pathLst>
              <a:path w="4000500" h="4000500">
                <a:moveTo>
                  <a:pt x="2000250" y="0"/>
                </a:moveTo>
                <a:lnTo>
                  <a:pt x="2000250" y="0"/>
                </a:lnTo>
                <a:cubicBezTo>
                  <a:pt x="3105150" y="0"/>
                  <a:pt x="4000500" y="895350"/>
                  <a:pt x="4000500" y="2000250"/>
                </a:cubicBezTo>
                <a:lnTo>
                  <a:pt x="4000500" y="2000250"/>
                </a:lnTo>
                <a:cubicBezTo>
                  <a:pt x="4000500" y="3105150"/>
                  <a:pt x="3105150" y="4000500"/>
                  <a:pt x="2000250" y="4000500"/>
                </a:cubicBezTo>
                <a:lnTo>
                  <a:pt x="2000250" y="4000500"/>
                </a:lnTo>
                <a:cubicBezTo>
                  <a:pt x="895350" y="4000500"/>
                  <a:pt x="0" y="3105150"/>
                  <a:pt x="0" y="2000250"/>
                </a:cubicBezTo>
                <a:lnTo>
                  <a:pt x="0" y="2000250"/>
                </a:lnTo>
                <a:cubicBezTo>
                  <a:pt x="0" y="895350"/>
                  <a:pt x="895350" y="0"/>
                  <a:pt x="2000250" y="0"/>
                </a:cubicBezTo>
                <a:close/>
              </a:path>
            </a:pathLst>
          </a:custGeom>
          <a:solidFill>
            <a:srgbClr val="66D9CC">
              <a:alpha val="1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-952500" y="4572000"/>
            <a:ext cx="3619500" cy="3619500"/>
          </a:xfrm>
          <a:custGeom>
            <a:avLst/>
            <a:gdLst/>
            <a:ahLst/>
            <a:cxnLst/>
            <a:rect l="l" t="t" r="r" b="b"/>
            <a:pathLst>
              <a:path w="3619500" h="3619500">
                <a:moveTo>
                  <a:pt x="1809750" y="0"/>
                </a:moveTo>
                <a:lnTo>
                  <a:pt x="1809750" y="0"/>
                </a:lnTo>
                <a:cubicBezTo>
                  <a:pt x="2809875" y="0"/>
                  <a:pt x="3619500" y="809625"/>
                  <a:pt x="3619500" y="1809750"/>
                </a:cubicBezTo>
                <a:lnTo>
                  <a:pt x="3619500" y="1809750"/>
                </a:lnTo>
                <a:cubicBezTo>
                  <a:pt x="3619500" y="2809875"/>
                  <a:pt x="2809875" y="3619500"/>
                  <a:pt x="1809750" y="3619500"/>
                </a:cubicBezTo>
                <a:lnTo>
                  <a:pt x="1809750" y="3619500"/>
                </a:lnTo>
                <a:cubicBezTo>
                  <a:pt x="809625" y="3619500"/>
                  <a:pt x="0" y="2809875"/>
                  <a:pt x="0" y="1809750"/>
                </a:cubicBezTo>
                <a:lnTo>
                  <a:pt x="0" y="1809750"/>
                </a:lnTo>
                <a:cubicBezTo>
                  <a:pt x="0" y="809625"/>
                  <a:pt x="809625" y="0"/>
                  <a:pt x="1809750" y="0"/>
                </a:cubicBezTo>
                <a:close/>
              </a:path>
            </a:pathLst>
          </a:custGeom>
          <a:solidFill>
            <a:srgbClr val="3D6073">
              <a:alpha val="8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609600" y="352425"/>
            <a:ext cx="57150" cy="3619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D6A84B">
                  <a:alpha val="100000"/>
                </a:srgbClr>
              </a:gs>
              <a:gs pos="100000">
                <a:srgbClr val="D6A84B">
                  <a:alpha val="100000"/>
                </a:srgbClr>
              </a:gs>
            </a:gsLst>
            <a:lin ang="5400000"/>
          </a:gra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6" name="AutoShape 6"/>
          <p:cNvSpPr txBox="1"/>
          <p:nvPr/>
        </p:nvSpPr>
        <p:spPr>
          <a:xfrm>
            <a:off x="819150" y="314325"/>
            <a:ext cx="6858000" cy="438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2850" b="1" i="0" u="none" strike="noStrike" spc="150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两张知识卡片，一次 Skill 调用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7" name="AutoShape 7"/>
          <p:cNvSpPr txBox="1"/>
          <p:nvPr/>
        </p:nvSpPr>
        <p:spPr>
          <a:xfrm>
            <a:off x="819150" y="847725"/>
            <a:ext cx="10763250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125" b="1" i="0" u="none" strike="noStrike" spc="75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handdrawn-knowledge-card · 首期三张实测卡中的两张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rcRect t="1249" b="1248"/>
          <a:stretch>
            <a:fillRect/>
          </a:stretch>
        </p:blipFill>
        <p:spPr>
          <a:xfrm>
            <a:off x="1143000" y="1143000"/>
            <a:ext cx="4762500" cy="3095625"/>
          </a:xfrm>
          <a:prstGeom prst="rect">
            <a:avLst/>
          </a:prstGeom>
          <a:ln>
            <a:noFill/>
          </a:ln>
        </p:spPr>
      </p:pic>
      <p:sp>
        <p:nvSpPr>
          <p:cNvPr id="10" name="AutoShape 10"/>
          <p:cNvSpPr txBox="1"/>
          <p:nvPr/>
        </p:nvSpPr>
        <p:spPr>
          <a:xfrm>
            <a:off x="2333625" y="4352925"/>
            <a:ext cx="2714625" cy="161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050" b="1" i="0" u="none" strike="noStrike" spc="75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牛顿第二定律 · 珊瑚红 · E 中央隐喻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rcRect t="1249" b="1248"/>
          <a:stretch>
            <a:fillRect/>
          </a:stretch>
        </p:blipFill>
        <p:spPr>
          <a:xfrm>
            <a:off x="6286500" y="1143000"/>
            <a:ext cx="4762500" cy="3095625"/>
          </a:xfrm>
          <a:prstGeom prst="rect">
            <a:avLst/>
          </a:prstGeom>
          <a:ln>
            <a:noFill/>
          </a:ln>
        </p:spPr>
      </p:pic>
      <p:sp>
        <p:nvSpPr>
          <p:cNvPr id="13" name="AutoShape 13"/>
          <p:cNvSpPr txBox="1"/>
          <p:nvPr/>
        </p:nvSpPr>
        <p:spPr>
          <a:xfrm>
            <a:off x="7762875" y="4352925"/>
            <a:ext cx="2047875" cy="161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050" b="1" i="0" u="none" strike="noStrike" spc="75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蝴蝶效应 · 紫 · E 中央隐喻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09600" y="4762500"/>
            <a:ext cx="10972800" cy="1219200"/>
          </a:xfrm>
          <a:prstGeom prst="roundRect">
            <a:avLst>
              <a:gd name="adj" fmla="val 10937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EAF2F7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5" name="AutoShape 15"/>
          <p:cNvSpPr txBox="1"/>
          <p:nvPr/>
        </p:nvSpPr>
        <p:spPr>
          <a:xfrm>
            <a:off x="2286000" y="4848225"/>
            <a:ext cx="304800" cy="6000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3900" b="1" i="0" u="none" strike="noStrike">
                <a:solidFill>
                  <a:srgbClr val="D6A84B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3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6" name="AutoShape 16"/>
          <p:cNvSpPr txBox="1"/>
          <p:nvPr/>
        </p:nvSpPr>
        <p:spPr>
          <a:xfrm>
            <a:off x="2133600" y="5505450"/>
            <a:ext cx="6096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2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张实测卡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7" name="AutoShape 17"/>
          <p:cNvSpPr txBox="1"/>
          <p:nvPr/>
        </p:nvSpPr>
        <p:spPr>
          <a:xfrm>
            <a:off x="1228725" y="5753100"/>
            <a:ext cx="2857500" cy="152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97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判型 · 配色 · 页脚 · 文字保真，全链路验证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4257675" y="5029200"/>
            <a:ext cx="9525" cy="685800"/>
          </a:xfrm>
          <a:prstGeom prst="rect">
            <a:avLst/>
          </a:prstGeom>
          <a:solidFill>
            <a:srgbClr val="EAF2F7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9" name="AutoShape 19"/>
          <p:cNvSpPr txBox="1"/>
          <p:nvPr/>
        </p:nvSpPr>
        <p:spPr>
          <a:xfrm>
            <a:off x="5943600" y="4848225"/>
            <a:ext cx="304800" cy="6000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3900" b="1" i="0" u="none" strike="noStrike">
                <a:solidFill>
                  <a:srgbClr val="D6A84B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3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0" name="AutoShape 20"/>
          <p:cNvSpPr txBox="1"/>
          <p:nvPr/>
        </p:nvSpPr>
        <p:spPr>
          <a:xfrm>
            <a:off x="5867400" y="5505450"/>
            <a:ext cx="4572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2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个色系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1" name="AutoShape 21"/>
          <p:cNvSpPr txBox="1"/>
          <p:nvPr/>
        </p:nvSpPr>
        <p:spPr>
          <a:xfrm>
            <a:off x="4895850" y="5753100"/>
            <a:ext cx="2762250" cy="152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97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湖蓝 · 珊瑚红 · 紫，一课一色五色循环不乱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7924800" y="5029200"/>
            <a:ext cx="9525" cy="685800"/>
          </a:xfrm>
          <a:prstGeom prst="rect">
            <a:avLst/>
          </a:prstGeom>
          <a:solidFill>
            <a:srgbClr val="EAF2F7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3" name="AutoShape 23"/>
          <p:cNvSpPr txBox="1"/>
          <p:nvPr/>
        </p:nvSpPr>
        <p:spPr>
          <a:xfrm>
            <a:off x="9610725" y="4848225"/>
            <a:ext cx="304800" cy="6000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3900" b="1" i="0" u="none" strike="noStrike">
                <a:solidFill>
                  <a:srgbClr val="D6A84B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0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4" name="AutoShape 24"/>
          <p:cNvSpPr txBox="1"/>
          <p:nvPr/>
        </p:nvSpPr>
        <p:spPr>
          <a:xfrm>
            <a:off x="9458325" y="5505450"/>
            <a:ext cx="6096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2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错字交付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5" name="AutoShape 25"/>
          <p:cNvSpPr txBox="1"/>
          <p:nvPr/>
        </p:nvSpPr>
        <p:spPr>
          <a:xfrm>
            <a:off x="8505825" y="5753100"/>
            <a:ext cx="2505075" cy="152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97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两轮生成 + 9 项校验，文字保真防线真实生效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1001" name="河图统一页脚Logo"/>
          <p:cNvPicPr>
            <a:picLocks noChangeAspect="1"/>
          </p:cNvPicPr>
          <p:nvPr/>
        </p:nvPicPr>
        <p:blipFill>
          <a:blip r:embed="rId4"/>
          <a:srcRect l="6458" t="22500" r="6510" b="22407"/>
          <a:stretch>
            <a:fillRect/>
          </a:stretch>
        </p:blipFill>
        <p:spPr>
          <a:xfrm>
            <a:off x="609600" y="6315075"/>
            <a:ext cx="914400" cy="323850"/>
          </a:xfrm>
          <a:prstGeom prst="rect">
            <a:avLst/>
          </a:prstGeom>
          <a:ln>
            <a:noFill/>
          </a:ln>
        </p:spPr>
      </p:pic>
      <p:sp>
        <p:nvSpPr>
          <p:cNvPr id="1002" name="河图统一页码"/>
          <p:cNvSpPr>
            <a:spLocks noGrp="1"/>
          </p:cNvSpPr>
          <p:nvPr/>
        </p:nvSpPr>
        <p:spPr>
          <a:xfrm>
            <a:off x="10629900" y="6410325"/>
            <a:ext cx="952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defPPr>
            <a:lvl1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1pPr>
            <a:lvl2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2pPr>
            <a:lvl3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3pPr>
            <a:lvl4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4pPr>
            <a:lvl5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5pPr>
            <a:lvl6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6pPr>
            <a:lvl7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7pPr>
            <a:lvl8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8pPr>
            <a:lvl9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9pPr>
          </a:lstStyle>
          <a:p>
            <a: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rPr>
              <a:t>14 / 27</a:t>
            </a:r>
            <a:endParaRPr sz="1000" b="1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ns3="http://schemas.microsoft.com/office/drawing/2010/main" xmlns:ns4="http://schemas.microsoft.com/office/drawing/2016/SVG/main" xmlns:p="http://schemas.openxmlformats.org/presentationml/2006/main" xmlns:r="http://schemas.openxmlformats.org/officeDocument/2006/relationships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09600" y="4572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18A999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838200" y="428625"/>
            <a:ext cx="3781425" cy="39052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225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改之前必须看的：License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09600" y="1181100"/>
            <a:ext cx="3552825" cy="3429000"/>
          </a:xfrm>
          <a:prstGeom prst="roundRect">
            <a:avLst>
              <a:gd name="adj" fmla="val 4290"/>
            </a:avLst>
          </a:prstGeom>
          <a:solidFill>
            <a:srgbClr val="EAF2F7">
              <a:alpha val="100000"/>
            </a:srgbClr>
          </a:solidFill>
          <a:ln w="12700" cap="flat" cmpd="sng">
            <a:solidFill>
              <a:srgbClr val="66D9CC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ns3:useLocalDpi val="0"/>
              </a:ext>
              <a:ext uri="{96DAC541-7B7A-43D3-8B79-37D633B846F1}">
                <ns4:svgBlip r:embed="rId3"/>
              </a:ext>
            </a:extLst>
          </a:blip>
          <a:stretch>
            <a:fillRect/>
          </a:stretch>
        </p:blipFill>
        <p:spPr>
          <a:xfrm>
            <a:off x="838200" y="1295400"/>
            <a:ext cx="247650" cy="24765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181100" y="1409700"/>
            <a:ext cx="2667000" cy="381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sz="20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2000" b="1" i="0" u="none" strike="noStrike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MIT</a:t>
            </a:r>
            <a:endParaRPr lang="en-US" sz="20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38200" y="2076450"/>
            <a:ext cx="3095625" cy="7048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58000"/>
              </a:lnSpc>
              <a:defRPr sz="17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7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随便改、随便发。</a:t>
            </a:r>
            <a:endParaRPr lang="en-US" sz="17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838200" y="2895600"/>
            <a:ext cx="3095625" cy="12192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defRPr sz="145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5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frontend-slides、superpowers、cover-xiaohongshu 都是 MIT。</a:t>
            </a:r>
            <a:endParaRPr lang="en-US" sz="145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314825" y="1181100"/>
            <a:ext cx="3562350" cy="3429000"/>
          </a:xfrm>
          <a:prstGeom prst="roundRect">
            <a:avLst>
              <a:gd name="adj" fmla="val 4278"/>
            </a:avLst>
          </a:prstGeom>
          <a:solidFill>
            <a:srgbClr val="EAF2F7">
              <a:alpha val="100000"/>
            </a:srgbClr>
          </a:solidFill>
          <a:ln w="12700" cap="flat" cmpd="sng">
            <a:solidFill>
              <a:srgbClr val="FED7AA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ns3:useLocalDpi val="0"/>
              </a:ext>
              <a:ext uri="{96DAC541-7B7A-43D3-8B79-37D633B846F1}">
                <ns4:svgBlip r:embed="rId5"/>
              </a:ext>
            </a:extLst>
          </a:blip>
          <a:stretch>
            <a:fillRect/>
          </a:stretch>
        </p:blipFill>
        <p:spPr>
          <a:xfrm>
            <a:off x="4543425" y="1295400"/>
            <a:ext cx="247650" cy="24765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886325" y="1409700"/>
            <a:ext cx="2667000" cy="381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sz="20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2000" b="1" i="0" u="none" strike="noStrike">
                <a:solidFill>
                  <a:srgbClr val="D6A84B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AGPL-3.0</a:t>
            </a:r>
            <a:endParaRPr lang="en-US" sz="20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4543425" y="2076450"/>
            <a:ext cx="3105150" cy="7048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58000"/>
              </a:lnSpc>
              <a:defRPr sz="17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7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商用与再分发要小心。</a:t>
            </a:r>
            <a:endParaRPr lang="en-US" sz="17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4543425" y="2895600"/>
            <a:ext cx="3105150" cy="12192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defRPr sz="145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5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现成例子：第四章刚看的仓颉和归藏 PPT，都是 AGPL——截图右栏就能看到。</a:t>
            </a:r>
            <a:endParaRPr lang="en-US" sz="145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029575" y="1181100"/>
            <a:ext cx="3552825" cy="3429000"/>
          </a:xfrm>
          <a:prstGeom prst="roundRect">
            <a:avLst>
              <a:gd name="adj" fmla="val 429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AF2F7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ns3:useLocalDpi val="0"/>
              </a:ext>
              <a:ext uri="{96DAC541-7B7A-43D3-8B79-37D633B846F1}">
                <ns4:svgBlip r:embed="rId7"/>
              </a:ext>
            </a:extLst>
          </a:blip>
          <a:stretch>
            <a:fillRect/>
          </a:stretch>
        </p:blipFill>
        <p:spPr>
          <a:xfrm>
            <a:off x="8258175" y="1295400"/>
            <a:ext cx="247650" cy="24765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601075" y="1409700"/>
            <a:ext cx="2667000" cy="381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sz="20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2000" b="1" i="0" u="none" strike="noStrike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无 License</a:t>
            </a:r>
            <a:endParaRPr lang="en-US" sz="20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8258175" y="2076450"/>
            <a:ext cx="3095625" cy="7048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58000"/>
              </a:lnSpc>
              <a:defRPr sz="17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7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只能自己用，不能分发。</a:t>
            </a:r>
            <a:endParaRPr lang="en-US" sz="17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8258175" y="2895600"/>
            <a:ext cx="3095625" cy="12192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defRPr sz="145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5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默认保留所有权利——别拿去发布。</a:t>
            </a:r>
            <a:endParaRPr lang="en-US" sz="145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09600" y="5048250"/>
            <a:ext cx="10972800" cy="704850"/>
          </a:xfrm>
          <a:prstGeom prst="roundRect">
            <a:avLst>
              <a:gd name="adj" fmla="val 25000"/>
            </a:avLst>
          </a:prstGeom>
          <a:solidFill>
            <a:srgbClr val="123B5D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ns3:useLocalDpi val="0"/>
              </a:ext>
              <a:ext uri="{96DAC541-7B7A-43D3-8B79-37D633B846F1}">
                <ns4:svgBlip r:embed="rId9"/>
              </a:ext>
            </a:extLst>
          </a:blip>
          <a:stretch>
            <a:fillRect/>
          </a:stretch>
        </p:blipFill>
        <p:spPr>
          <a:xfrm>
            <a:off x="819150" y="5286375"/>
            <a:ext cx="190500" cy="1905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123950" y="5219700"/>
            <a:ext cx="10191750" cy="4381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 sz="115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150" b="1" i="0" u="none" strike="noStrike">
                <a:solidFill>
                  <a:srgbClr val="EAF2F7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本章作业：① 把你装的那个 Skill 的 License 翻出来看一眼；② 选一个 Skill 改成你的版本（至少换掉 description 和 3 条规则），提交前后对比。</a:t>
            </a:r>
            <a:endParaRPr lang="en-US" sz="115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1001" name="河图统一页脚Logo"/>
          <p:cNvPicPr>
            <a:picLocks noChangeAspect="1"/>
          </p:cNvPicPr>
          <p:nvPr/>
        </p:nvPicPr>
        <p:blipFill>
          <a:blip r:embed="rId10"/>
          <a:srcRect l="6458" t="22500" r="6510" b="22407"/>
          <a:stretch>
            <a:fillRect/>
          </a:stretch>
        </p:blipFill>
        <p:spPr>
          <a:xfrm>
            <a:off x="609600" y="6315075"/>
            <a:ext cx="914400" cy="323850"/>
          </a:xfrm>
          <a:prstGeom prst="rect">
            <a:avLst/>
          </a:prstGeom>
          <a:ln>
            <a:noFill/>
          </a:ln>
        </p:spPr>
      </p:pic>
      <p:sp>
        <p:nvSpPr>
          <p:cNvPr id="1002" name="河图统一页码"/>
          <p:cNvSpPr>
            <a:spLocks noGrp="1"/>
          </p:cNvSpPr>
          <p:nvPr/>
        </p:nvSpPr>
        <p:spPr>
          <a:xfrm>
            <a:off x="10629900" y="6410325"/>
            <a:ext cx="952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defPPr>
            <a:lvl1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1pPr>
            <a:lvl2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2pPr>
            <a:lvl3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3pPr>
            <a:lvl4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4pPr>
            <a:lvl5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5pPr>
            <a:lvl6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6pPr>
            <a:lvl7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7pPr>
            <a:lvl8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8pPr>
            <a:lvl9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9pPr>
          </a:lstStyle>
          <a:p>
            <a: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rPr>
              <a:t>15 / 27</a:t>
            </a:r>
            <a:endParaRPr sz="1000" b="1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2" name="chapter-title"/>
          <p:cNvSpPr>
            <a:spLocks noGrp="1"/>
          </p:cNvSpPr>
          <p:nvPr/>
        </p:nvSpPr>
        <p:spPr>
          <a:xfrm>
            <a:off x="723900" y="2371725"/>
            <a:ext cx="657225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5400" b="1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defPPr>
          </a:lstStyle>
          <a:p>
            <a:pPr algn="l">
              <a:defRPr sz="5400" b="1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sz="5400" b="1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知识蒸馏</a:t>
            </a:r>
            <a:endParaRPr sz="5400" b="1">
              <a:solidFill>
                <a:srgbClr val="FFFFFF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" name="chapter-summary"/>
          <p:cNvSpPr>
            <a:spLocks noGrp="1"/>
          </p:cNvSpPr>
          <p:nvPr/>
        </p:nvSpPr>
        <p:spPr>
          <a:xfrm>
            <a:off x="762000" y="3552825"/>
            <a:ext cx="59055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F7F3E8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defPPr>
          </a:lstStyle>
          <a:p>
            <a:pPr algn="l">
              <a:defRPr sz="2400" b="1">
                <a:solidFill>
                  <a:srgbClr val="F7F3E8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sz="2400" b="1">
                <a:solidFill>
                  <a:srgbClr val="F7F3E8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把资料整理成步骤与判断</a:t>
            </a:r>
            <a:endParaRPr sz="2400" b="1">
              <a:solidFill>
                <a:srgbClr val="F7F3E8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1001" name="河图统一页脚Logo"/>
          <p:cNvPicPr>
            <a:picLocks noChangeAspect="1"/>
          </p:cNvPicPr>
          <p:nvPr/>
        </p:nvPicPr>
        <p:blipFill>
          <a:blip r:embed="rId2"/>
          <a:srcRect l="6406" t="23611" r="6406" b="23472"/>
          <a:stretch>
            <a:fillRect/>
          </a:stretch>
        </p:blipFill>
        <p:spPr>
          <a:xfrm>
            <a:off x="609600" y="6315075"/>
            <a:ext cx="914400" cy="323850"/>
          </a:xfrm>
          <a:prstGeom prst="rect">
            <a:avLst/>
          </a:prstGeom>
          <a:ln>
            <a:noFill/>
          </a:ln>
        </p:spPr>
      </p:pic>
      <p:sp>
        <p:nvSpPr>
          <p:cNvPr id="1002" name="河图统一页码"/>
          <p:cNvSpPr>
            <a:spLocks noGrp="1"/>
          </p:cNvSpPr>
          <p:nvPr/>
        </p:nvSpPr>
        <p:spPr>
          <a:xfrm>
            <a:off x="10629900" y="6410325"/>
            <a:ext cx="952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defPPr>
            <a:lvl1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1pPr>
            <a:lvl2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2pPr>
            <a:lvl3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3pPr>
            <a:lvl4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4pPr>
            <a:lvl5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5pPr>
            <a:lvl6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6pPr>
            <a:lvl7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7pPr>
            <a:lvl8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8pPr>
            <a:lvl9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9pPr>
          </a:lstStyle>
          <a:p>
            <a: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rPr>
              <a:t>16 / 27</a:t>
            </a:r>
            <a:endParaRPr sz="1000" b="1">
              <a:solidFill>
                <a:srgbClr val="D3E4E8"/>
              </a:solidFill>
              <a:latin typeface="Source Han Sans SC Heavy"/>
              <a:ea typeface="Source Han Sans SC Heavy"/>
              <a:cs typeface="Source Han Sans SC Heavy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123B5D">
                  <a:alpha val="95000"/>
                </a:srgbClr>
              </a:gs>
              <a:gs pos="50000">
                <a:srgbClr val="123B5D">
                  <a:alpha val="85000"/>
                </a:srgbClr>
              </a:gs>
              <a:gs pos="100000">
                <a:srgbClr val="123B5D">
                  <a:alpha val="75000"/>
                </a:srgbClr>
              </a:gs>
            </a:gsLst>
            <a:lin ang="2700000"/>
          </a:gra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" name="AutoShape 3"/>
          <p:cNvSpPr txBox="1"/>
          <p:nvPr/>
        </p:nvSpPr>
        <p:spPr>
          <a:xfrm>
            <a:off x="414020" y="455930"/>
            <a:ext cx="7993380" cy="4603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2400" b="1" i="0" u="none" strike="noStrike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最佳实践：</a:t>
            </a:r>
            <a:r>
              <a:rPr lang="en-US" sz="2400" b="1" i="0" u="none" strike="noStrike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办公自动化（蒸馏文件格式）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19292" y="1238653"/>
            <a:ext cx="3912913" cy="4857347"/>
          </a:xfrm>
          <a:prstGeom prst="rect">
            <a:avLst/>
          </a:prstGeom>
          <a:ln>
            <a:noFill/>
          </a:ln>
        </p:spPr>
      </p:pic>
      <p:sp>
        <p:nvSpPr>
          <p:cNvPr id="5" name="AutoShape 5"/>
          <p:cNvSpPr/>
          <p:nvPr/>
        </p:nvSpPr>
        <p:spPr>
          <a:xfrm>
            <a:off x="1487063" y="1423627"/>
            <a:ext cx="2932906" cy="528243"/>
          </a:xfrm>
          <a:prstGeom prst="roundRect">
            <a:avLst>
              <a:gd name="adj" fmla="val 0"/>
            </a:avLst>
          </a:prstGeom>
          <a:noFill/>
          <a:ln w="12700" cap="flat" cmpd="sng">
            <a:gradFill rotWithShape="1">
              <a:gsLst>
                <a:gs pos="0">
                  <a:srgbClr val="3D6073">
                    <a:alpha val="100000"/>
                  </a:srgbClr>
                </a:gs>
                <a:gs pos="50000">
                  <a:srgbClr val="3D6073">
                    <a:alpha val="100000"/>
                  </a:srgbClr>
                </a:gs>
                <a:gs pos="100000">
                  <a:srgbClr val="3D6073">
                    <a:alpha val="100000"/>
                  </a:srgbClr>
                </a:gs>
              </a:gsLst>
              <a:lin ang="5400000"/>
            </a:gradFill>
            <a:prstDash val="solid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30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02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177588" y="2280910"/>
            <a:ext cx="689503" cy="28339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3D6073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30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02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487063" y="2938398"/>
            <a:ext cx="1025065" cy="309476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3D6073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30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02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487063" y="3666437"/>
            <a:ext cx="1218339" cy="277461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3D6073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30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02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487063" y="4311475"/>
            <a:ext cx="1218339" cy="315404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3D6073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30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02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487063" y="4987934"/>
            <a:ext cx="1218339" cy="309476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3D6073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30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02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3214081" y="3189773"/>
            <a:ext cx="850762" cy="309476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3D6073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30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02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2705402" y="1951870"/>
            <a:ext cx="592866" cy="32904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18A999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30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02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3524149" y="2280910"/>
            <a:ext cx="1083165" cy="28339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18A999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30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02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1487063" y="3247874"/>
            <a:ext cx="625473" cy="418563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18A999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30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02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487063" y="3943898"/>
            <a:ext cx="380027" cy="367577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18A999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30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02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1487063" y="4626879"/>
            <a:ext cx="380027" cy="361055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18A999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30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02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1487063" y="5297410"/>
            <a:ext cx="380027" cy="341491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18A999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30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02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3214081" y="3846668"/>
            <a:ext cx="850762" cy="303547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18A999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30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02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9" name="AutoShape 19"/>
          <p:cNvSpPr txBox="1"/>
          <p:nvPr/>
        </p:nvSpPr>
        <p:spPr>
          <a:xfrm>
            <a:off x="4186380" y="3155387"/>
            <a:ext cx="672902" cy="34386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68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常量</a:t>
            </a:r>
            <a:endParaRPr lang="en-US" sz="102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0" name="AutoShape 20"/>
          <p:cNvSpPr txBox="1"/>
          <p:nvPr/>
        </p:nvSpPr>
        <p:spPr>
          <a:xfrm>
            <a:off x="4185787" y="3853783"/>
            <a:ext cx="673495" cy="34386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68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变量</a:t>
            </a:r>
            <a:endParaRPr lang="en-US" sz="102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1" name="AutoShape 21"/>
          <p:cNvSpPr txBox="1"/>
          <p:nvPr/>
        </p:nvSpPr>
        <p:spPr>
          <a:xfrm>
            <a:off x="5116586" y="1294382"/>
            <a:ext cx="6025885" cy="100490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2615" b="1" i="0" u="none" strike="noStrike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要搭建一个skill自动生成周报</a:t>
            </a:r>
            <a:endParaRPr lang="en-US" sz="102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  <a:p>
            <a:pPr marL="0" indent="0" algn="l">
              <a:lnSpc>
                <a:spcPct val="100000"/>
              </a:lnSpc>
              <a:defRPr b="1"/>
            </a:pPr>
            <a:endParaRPr sz="1305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  <a:p>
            <a:pPr marL="0" indent="0" algn="l">
              <a:lnSpc>
                <a:spcPct val="100000"/>
              </a:lnSpc>
              <a:defRPr b="1"/>
            </a:pPr>
            <a:r>
              <a:rPr lang="en-US" sz="1680" b="1" i="0" u="none" strike="noStrike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不用代码，只用自然语言</a:t>
            </a:r>
            <a:endParaRPr lang="en-US" sz="1680" b="1" i="0" u="none" strike="noStrike">
              <a:solidFill>
                <a:srgbClr val="FFFFFF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2" name="AutoShape 22"/>
          <p:cNvSpPr txBox="1"/>
          <p:nvPr/>
        </p:nvSpPr>
        <p:spPr>
          <a:xfrm>
            <a:off x="5314603" y="2594536"/>
            <a:ext cx="5264053" cy="34386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sz="126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260" b="1" i="0" u="none" strike="noStrike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1、模板 = 常量（固定框架+样式） + 变量（动态内容）</a:t>
            </a:r>
            <a:endParaRPr lang="en-US" sz="126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graphicFrame>
        <p:nvGraphicFramePr>
          <p:cNvPr id="23" name="Table 23"/>
          <p:cNvGraphicFramePr>
            <a:graphicFrameLocks noGrp="1"/>
          </p:cNvGraphicFramePr>
          <p:nvPr/>
        </p:nvGraphicFramePr>
        <p:xfrm>
          <a:off x="5365590" y="2998870"/>
          <a:ext cx="5223738" cy="1582358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41246"/>
                <a:gridCol w="1741246"/>
                <a:gridCol w="1741246"/>
              </a:tblGrid>
              <a:tr h="271532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 b="1"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defRPr>
                      </a:pPr>
                      <a:r>
                        <a:rPr lang="en-US" sz="1305" b="1" i="0" u="none" strike="noStrike">
                          <a:solidFill>
                            <a:srgbClr val="123B5D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分析维度</a:t>
                      </a:r>
                      <a:endParaRPr lang="en-US" sz="1025" b="1">
                        <a:latin typeface="Source Han Sans SC Heavy"/>
                        <a:ea typeface="Source Han Sans SC Heavy"/>
                        <a:cs typeface="Source Han Sans SC Heavy"/>
                        <a:sym typeface="Source Han Sans SC Heavy"/>
                      </a:endParaRPr>
                    </a:p>
                  </a:txBody>
                  <a:tcPr marL="38417" marR="38417" marT="38417" marB="38417" anchor="t">
                    <a:lnL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 b="1"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defRPr>
                      </a:pPr>
                      <a:r>
                        <a:rPr lang="en-US" sz="1305" b="1" i="0" u="none" strike="noStrike">
                          <a:solidFill>
                            <a:srgbClr val="123B5D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常量（不变）</a:t>
                      </a:r>
                      <a:endParaRPr lang="en-US" sz="1025" b="1">
                        <a:latin typeface="Source Han Sans SC Heavy"/>
                        <a:ea typeface="Source Han Sans SC Heavy"/>
                        <a:cs typeface="Source Han Sans SC Heavy"/>
                        <a:sym typeface="Source Han Sans SC Heavy"/>
                      </a:endParaRPr>
                    </a:p>
                  </a:txBody>
                  <a:tcPr marL="38417" marR="38417" marT="38417" marB="38417" anchor="t">
                    <a:lnL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 b="1"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defRPr>
                      </a:pPr>
                      <a:r>
                        <a:rPr lang="en-US" sz="1305" b="1" i="0" u="none" strike="noStrike">
                          <a:solidFill>
                            <a:srgbClr val="123B5D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变量（可变）</a:t>
                      </a:r>
                      <a:endParaRPr lang="en-US" sz="1025" b="1">
                        <a:latin typeface="Source Han Sans SC Heavy"/>
                        <a:ea typeface="Source Han Sans SC Heavy"/>
                        <a:cs typeface="Source Han Sans SC Heavy"/>
                        <a:sym typeface="Source Han Sans SC Heavy"/>
                      </a:endParaRPr>
                    </a:p>
                  </a:txBody>
                  <a:tcPr marL="38417" marR="38417" marT="38417" marB="38417" anchor="t">
                    <a:lnL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7">
                        <a:alpha val="100000"/>
                      </a:srgbClr>
                    </a:solidFill>
                  </a:tcPr>
                </a:tc>
              </a:tr>
              <a:tr h="364019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 b="1"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defRPr>
                      </a:pPr>
                      <a:r>
                        <a:rPr lang="en-US" sz="1305" b="1" i="0" u="none" strike="noStrike">
                          <a:solidFill>
                            <a:srgbClr val="FFFFFF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结构</a:t>
                      </a:r>
                      <a:endParaRPr lang="en-US" sz="1025" b="1">
                        <a:latin typeface="Source Han Sans SC Heavy"/>
                        <a:ea typeface="Source Han Sans SC Heavy"/>
                        <a:cs typeface="Source Han Sans SC Heavy"/>
                        <a:sym typeface="Source Han Sans SC Heavy"/>
                      </a:endParaRPr>
                    </a:p>
                  </a:txBody>
                  <a:tcPr marL="38417" marR="38417" marT="38417" marB="38417" anchor="t">
                    <a:lnL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 b="1"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defRPr>
                      </a:pPr>
                      <a:r>
                        <a:rPr lang="en-US" sz="1305" b="1" i="0" u="none" strike="noStrike">
                          <a:solidFill>
                            <a:srgbClr val="FFFFFF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四章节框架</a:t>
                      </a:r>
                      <a:endParaRPr lang="en-US" sz="1025" b="1">
                        <a:latin typeface="Source Han Sans SC Heavy"/>
                        <a:ea typeface="Source Han Sans SC Heavy"/>
                        <a:cs typeface="Source Han Sans SC Heavy"/>
                        <a:sym typeface="Source Han Sans SC Heavy"/>
                      </a:endParaRPr>
                    </a:p>
                  </a:txBody>
                  <a:tcPr marL="38417" marR="38417" marT="38417" marB="38417" anchor="t">
                    <a:lnL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 b="1"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defRPr>
                      </a:pPr>
                      <a:r>
                        <a:rPr lang="en-US" sz="1305" b="1" i="0" u="none" strike="noStrike">
                          <a:solidFill>
                            <a:srgbClr val="FFFFFF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各章节内容</a:t>
                      </a:r>
                      <a:endParaRPr lang="en-US" sz="1025" b="1">
                        <a:latin typeface="Source Han Sans SC Heavy"/>
                        <a:ea typeface="Source Han Sans SC Heavy"/>
                        <a:cs typeface="Source Han Sans SC Heavy"/>
                        <a:sym typeface="Source Han Sans SC Heavy"/>
                      </a:endParaRPr>
                    </a:p>
                  </a:txBody>
                  <a:tcPr marL="38417" marR="38417" marT="38417" marB="38417" anchor="t">
                    <a:lnL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6511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 b="1"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defRPr>
                      </a:pPr>
                      <a:r>
                        <a:rPr lang="en-US" sz="1305" b="1" i="0" u="none" strike="noStrike">
                          <a:solidFill>
                            <a:srgbClr val="FFFFFF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样式</a:t>
                      </a:r>
                      <a:endParaRPr lang="en-US" sz="1025" b="1">
                        <a:latin typeface="Source Han Sans SC Heavy"/>
                        <a:ea typeface="Source Han Sans SC Heavy"/>
                        <a:cs typeface="Source Han Sans SC Heavy"/>
                        <a:sym typeface="Source Han Sans SC Heavy"/>
                      </a:endParaRPr>
                    </a:p>
                  </a:txBody>
                  <a:tcPr marL="38417" marR="38417" marT="38417" marB="38417" anchor="t">
                    <a:lnL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 b="1"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defRPr>
                      </a:pPr>
                      <a:r>
                        <a:rPr lang="en-US" sz="1305" b="1" i="0" u="none" strike="noStrike">
                          <a:solidFill>
                            <a:srgbClr val="FFFFFF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字体、颜色、字号</a:t>
                      </a:r>
                      <a:endParaRPr lang="en-US" sz="1025" b="1">
                        <a:latin typeface="Source Han Sans SC Heavy"/>
                        <a:ea typeface="Source Han Sans SC Heavy"/>
                        <a:cs typeface="Source Han Sans SC Heavy"/>
                        <a:sym typeface="Source Han Sans SC Heavy"/>
                      </a:endParaRPr>
                    </a:p>
                  </a:txBody>
                  <a:tcPr marL="38417" marR="38417" marT="38417" marB="38417" anchor="t">
                    <a:lnL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 b="1"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defRPr>
                      </a:pPr>
                      <a:r>
                        <a:rPr lang="en-US" sz="1305" b="1" i="0" u="none" strike="noStrike">
                          <a:solidFill>
                            <a:srgbClr val="FFFFFF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-</a:t>
                      </a:r>
                      <a:endParaRPr lang="en-US" sz="1025" b="1">
                        <a:latin typeface="Source Han Sans SC Heavy"/>
                        <a:ea typeface="Source Han Sans SC Heavy"/>
                        <a:cs typeface="Source Han Sans SC Heavy"/>
                        <a:sym typeface="Source Han Sans SC Heavy"/>
                      </a:endParaRPr>
                    </a:p>
                  </a:txBody>
                  <a:tcPr marL="38417" marR="38417" marT="38417" marB="38417" anchor="t">
                    <a:lnL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1611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 b="1"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defRPr>
                      </a:pPr>
                      <a:r>
                        <a:rPr lang="en-US" sz="1305" b="1" i="0" u="none" strike="noStrike">
                          <a:solidFill>
                            <a:srgbClr val="FFFFFF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元素</a:t>
                      </a:r>
                      <a:endParaRPr lang="en-US" sz="1025" b="1">
                        <a:latin typeface="Source Han Sans SC Heavy"/>
                        <a:ea typeface="Source Han Sans SC Heavy"/>
                        <a:cs typeface="Source Han Sans SC Heavy"/>
                        <a:sym typeface="Source Han Sans SC Heavy"/>
                      </a:endParaRPr>
                    </a:p>
                  </a:txBody>
                  <a:tcPr marL="38417" marR="38417" marT="38417" marB="38417" anchor="t">
                    <a:lnL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 b="1"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defRPr>
                      </a:pPr>
                      <a:r>
                        <a:rPr lang="en-US" sz="1305" b="1" i="0" u="none" strike="noStrike">
                          <a:solidFill>
                            <a:srgbClr val="FFFFFF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红色标题、分隔线</a:t>
                      </a:r>
                      <a:endParaRPr lang="en-US" sz="1025" b="1">
                        <a:latin typeface="Source Han Sans SC Heavy"/>
                        <a:ea typeface="Source Han Sans SC Heavy"/>
                        <a:cs typeface="Source Han Sans SC Heavy"/>
                        <a:sym typeface="Source Han Sans SC Heavy"/>
                      </a:endParaRPr>
                    </a:p>
                  </a:txBody>
                  <a:tcPr marL="38417" marR="38417" marT="38417" marB="38417" anchor="t">
                    <a:lnL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 b="1"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defRPr>
                      </a:pPr>
                      <a:r>
                        <a:rPr lang="en-US" sz="1305" b="1" i="0" u="none" strike="noStrike">
                          <a:solidFill>
                            <a:srgbClr val="FFFFFF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-</a:t>
                      </a:r>
                      <a:endParaRPr lang="en-US" sz="1025" b="1">
                        <a:latin typeface="Source Han Sans SC Heavy"/>
                        <a:ea typeface="Source Han Sans SC Heavy"/>
                        <a:cs typeface="Source Han Sans SC Heavy"/>
                        <a:sym typeface="Source Han Sans SC Heavy"/>
                      </a:endParaRPr>
                    </a:p>
                  </a:txBody>
                  <a:tcPr marL="38417" marR="38417" marT="38417" marB="38417" anchor="t">
                    <a:lnL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8684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 b="1"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defRPr>
                      </a:pPr>
                      <a:r>
                        <a:rPr lang="en-US" sz="1305" b="1" i="0" u="none" strike="noStrike">
                          <a:solidFill>
                            <a:srgbClr val="FFFFFF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命名</a:t>
                      </a:r>
                      <a:endParaRPr lang="en-US" sz="1025" b="1">
                        <a:latin typeface="Source Han Sans SC Heavy"/>
                        <a:ea typeface="Source Han Sans SC Heavy"/>
                        <a:cs typeface="Source Han Sans SC Heavy"/>
                        <a:sym typeface="Source Han Sans SC Heavy"/>
                      </a:endParaRPr>
                    </a:p>
                  </a:txBody>
                  <a:tcPr marL="38417" marR="38417" marT="38417" marB="38417" anchor="t">
                    <a:lnL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 b="1"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defRPr>
                      </a:pPr>
                      <a:r>
                        <a:rPr lang="en-US" sz="1305" b="1" i="0" u="none" strike="noStrike">
                          <a:solidFill>
                            <a:srgbClr val="FFFFFF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文件命名规则</a:t>
                      </a:r>
                      <a:endParaRPr lang="en-US" sz="1025" b="1">
                        <a:latin typeface="Source Han Sans SC Heavy"/>
                        <a:ea typeface="Source Han Sans SC Heavy"/>
                        <a:cs typeface="Source Han Sans SC Heavy"/>
                        <a:sym typeface="Source Han Sans SC Heavy"/>
                      </a:endParaRPr>
                    </a:p>
                  </a:txBody>
                  <a:tcPr marL="38417" marR="38417" marT="38417" marB="38417" anchor="t">
                    <a:lnL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 b="1"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defRPr>
                      </a:pPr>
                      <a:r>
                        <a:rPr lang="en-US" sz="1305" b="1" i="0" u="none" strike="noStrike">
                          <a:solidFill>
                            <a:srgbClr val="FFFFFF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期数、日期</a:t>
                      </a:r>
                      <a:endParaRPr lang="en-US" sz="1025" b="1">
                        <a:latin typeface="Source Han Sans SC Heavy"/>
                        <a:ea typeface="Source Han Sans SC Heavy"/>
                        <a:cs typeface="Source Han Sans SC Heavy"/>
                        <a:sym typeface="Source Han Sans SC Heavy"/>
                      </a:endParaRPr>
                    </a:p>
                  </a:txBody>
                  <a:tcPr marL="38417" marR="38417" marT="38417" marB="38417" anchor="t">
                    <a:lnL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EAF2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001" name="河图统一页脚Logo"/>
          <p:cNvPicPr>
            <a:picLocks noChangeAspect="1"/>
          </p:cNvPicPr>
          <p:nvPr/>
        </p:nvPicPr>
        <p:blipFill>
          <a:blip r:embed="rId2"/>
          <a:srcRect l="6406" t="23611" r="6406" b="23472"/>
          <a:stretch>
            <a:fillRect/>
          </a:stretch>
        </p:blipFill>
        <p:spPr>
          <a:xfrm>
            <a:off x="609600" y="6315075"/>
            <a:ext cx="914400" cy="323850"/>
          </a:xfrm>
          <a:prstGeom prst="rect">
            <a:avLst/>
          </a:prstGeom>
          <a:ln>
            <a:noFill/>
          </a:ln>
        </p:spPr>
      </p:pic>
      <p:sp>
        <p:nvSpPr>
          <p:cNvPr id="1002" name="河图统一页码"/>
          <p:cNvSpPr>
            <a:spLocks noGrp="1"/>
          </p:cNvSpPr>
          <p:nvPr/>
        </p:nvSpPr>
        <p:spPr>
          <a:xfrm>
            <a:off x="10629900" y="6410325"/>
            <a:ext cx="952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defPPr>
            <a:lvl1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1pPr>
            <a:lvl2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2pPr>
            <a:lvl3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3pPr>
            <a:lvl4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4pPr>
            <a:lvl5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5pPr>
            <a:lvl6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6pPr>
            <a:lvl7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7pPr>
            <a:lvl8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8pPr>
            <a:lvl9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9pPr>
          </a:lstStyle>
          <a:p>
            <a: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rPr>
              <a:t>17 / 27</a:t>
            </a:r>
            <a:endParaRPr sz="1000" b="1">
              <a:solidFill>
                <a:srgbClr val="D3E4E8"/>
              </a:solidFill>
              <a:latin typeface="Source Han Sans SC Heavy"/>
              <a:ea typeface="Source Han Sans SC Heavy"/>
              <a:cs typeface="Source Han Sans SC Heavy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762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32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五步走完，做出你的专属 Skill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cxnSp>
        <p:nvCxnSpPr>
          <p:cNvPr id="3" name="Connector 3"/>
          <p:cNvCxnSpPr/>
          <p:nvPr/>
        </p:nvCxnSpPr>
        <p:spPr>
          <a:xfrm rot="-42964">
            <a:off x="1016040" y="1644650"/>
            <a:ext cx="1016079" cy="12700"/>
          </a:xfrm>
          <a:prstGeom prst="straightConnector1">
            <a:avLst/>
          </a:prstGeom>
          <a:solidFill>
            <a:srgbClr val="EAF2F7">
              <a:alpha val="100000"/>
            </a:srgbClr>
          </a:solidFill>
          <a:ln w="38100" cap="flat" cmpd="sng">
            <a:solidFill>
              <a:srgbClr val="18A999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270000" y="2540000"/>
            <a:ext cx="711200" cy="711200"/>
          </a:xfrm>
          <a:prstGeom prst="ellipse">
            <a:avLst/>
          </a:prstGeom>
          <a:solidFill>
            <a:srgbClr val="18A999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5" name="AutoShape 5"/>
          <p:cNvSpPr txBox="1"/>
          <p:nvPr/>
        </p:nvSpPr>
        <p:spPr>
          <a:xfrm>
            <a:off x="1270000" y="2540000"/>
            <a:ext cx="7112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2200" b="1" i="0" u="none" strike="noStrike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1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6" name="AutoShape 6"/>
          <p:cNvSpPr txBox="1"/>
          <p:nvPr/>
        </p:nvSpPr>
        <p:spPr>
          <a:xfrm>
            <a:off x="1016000" y="34925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6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采访你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7" name="AutoShape 7"/>
          <p:cNvSpPr txBox="1"/>
          <p:nvPr/>
        </p:nvSpPr>
        <p:spPr>
          <a:xfrm>
            <a:off x="635000" y="3937000"/>
            <a:ext cx="203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300" b="1" i="0" u="none" strike="noStrike">
                <a:solidFill>
                  <a:srgbClr val="4B556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5个问题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  <a:p>
            <a:pPr marL="0" indent="0" algn="ctr">
              <a:lnSpc>
                <a:spcPct val="125000"/>
              </a:lnSpc>
              <a:defRPr b="1"/>
            </a:pPr>
            <a:r>
              <a:rPr lang="en-US" sz="1300" b="1" i="0" u="none" strike="noStrike">
                <a:solidFill>
                  <a:srgbClr val="4B556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了解你的写作偏好</a:t>
            </a:r>
            <a:endParaRPr lang="en-US" sz="1300" b="1" i="0" u="none" strike="noStrike">
              <a:solidFill>
                <a:srgbClr val="4B556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cxnSp>
        <p:nvCxnSpPr>
          <p:cNvPr id="8" name="Connector 8"/>
          <p:cNvCxnSpPr/>
          <p:nvPr/>
        </p:nvCxnSpPr>
        <p:spPr>
          <a:xfrm rot="-29132">
            <a:off x="1981227" y="2889250"/>
            <a:ext cx="1498600" cy="12700"/>
          </a:xfrm>
          <a:prstGeom prst="straightConnector1">
            <a:avLst/>
          </a:prstGeom>
          <a:solidFill>
            <a:srgbClr val="EAF2F7">
              <a:alpha val="100000"/>
            </a:srgbClr>
          </a:solidFill>
          <a:ln w="25400" cap="flat" cmpd="sng">
            <a:solidFill>
              <a:srgbClr val="EAF2F7">
                <a:alpha val="100000"/>
              </a:srgbClr>
            </a:solidFill>
            <a:prstDash val="dash"/>
            <a:round/>
            <a:headEnd type="none" w="lg" len="lg"/>
            <a:tailEnd type="arrow" w="lg" len="lg"/>
          </a:ln>
        </p:spPr>
      </p:cxnSp>
      <p:sp>
        <p:nvSpPr>
          <p:cNvPr id="9" name="AutoShape 9"/>
          <p:cNvSpPr/>
          <p:nvPr/>
        </p:nvSpPr>
        <p:spPr>
          <a:xfrm>
            <a:off x="3556000" y="2540000"/>
            <a:ext cx="711200" cy="711200"/>
          </a:xfrm>
          <a:prstGeom prst="ellipse">
            <a:avLst/>
          </a:prstGeom>
          <a:solidFill>
            <a:srgbClr val="18A999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3556000" y="2540000"/>
            <a:ext cx="7112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2200" b="1" i="0" u="none" strike="noStrike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2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1" name="AutoShape 11"/>
          <p:cNvSpPr txBox="1"/>
          <p:nvPr/>
        </p:nvSpPr>
        <p:spPr>
          <a:xfrm>
            <a:off x="3302000" y="34925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6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要样本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2" name="AutoShape 12"/>
          <p:cNvSpPr txBox="1"/>
          <p:nvPr/>
        </p:nvSpPr>
        <p:spPr>
          <a:xfrm>
            <a:off x="2921000" y="3937000"/>
            <a:ext cx="203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300" b="1" i="0" u="none" strike="noStrike">
                <a:solidFill>
                  <a:srgbClr val="4B556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收集你的文字样本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  <a:p>
            <a:pPr marL="0" indent="0" algn="ctr">
              <a:lnSpc>
                <a:spcPct val="125000"/>
              </a:lnSpc>
              <a:defRPr b="1"/>
            </a:pPr>
            <a:r>
              <a:rPr lang="en-US" sz="1300" b="1" i="0" u="none" strike="noStrike">
                <a:solidFill>
                  <a:srgbClr val="4B556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2-3种各2段</a:t>
            </a:r>
            <a:endParaRPr lang="en-US" sz="1300" b="1" i="0" u="none" strike="noStrike">
              <a:solidFill>
                <a:srgbClr val="4B556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cxnSp>
        <p:nvCxnSpPr>
          <p:cNvPr id="13" name="Connector 13"/>
          <p:cNvCxnSpPr/>
          <p:nvPr/>
        </p:nvCxnSpPr>
        <p:spPr>
          <a:xfrm rot="-29132">
            <a:off x="4267227" y="2889250"/>
            <a:ext cx="1498600" cy="12700"/>
          </a:xfrm>
          <a:prstGeom prst="straightConnector1">
            <a:avLst/>
          </a:prstGeom>
          <a:solidFill>
            <a:srgbClr val="EAF2F7">
              <a:alpha val="100000"/>
            </a:srgbClr>
          </a:solidFill>
          <a:ln w="25400" cap="flat" cmpd="sng">
            <a:solidFill>
              <a:srgbClr val="EAF2F7">
                <a:alpha val="100000"/>
              </a:srgbClr>
            </a:solidFill>
            <a:prstDash val="dash"/>
            <a:round/>
            <a:headEnd type="none" w="lg" len="lg"/>
            <a:tailEnd type="arrow" w="lg" len="lg"/>
          </a:ln>
        </p:spPr>
      </p:cxnSp>
      <p:sp>
        <p:nvSpPr>
          <p:cNvPr id="14" name="AutoShape 14"/>
          <p:cNvSpPr/>
          <p:nvPr/>
        </p:nvSpPr>
        <p:spPr>
          <a:xfrm>
            <a:off x="5842000" y="2540000"/>
            <a:ext cx="711200" cy="711200"/>
          </a:xfrm>
          <a:prstGeom prst="ellipse">
            <a:avLst/>
          </a:prstGeom>
          <a:solidFill>
            <a:srgbClr val="18A999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5" name="AutoShape 15"/>
          <p:cNvSpPr txBox="1"/>
          <p:nvPr/>
        </p:nvSpPr>
        <p:spPr>
          <a:xfrm>
            <a:off x="5842000" y="2540000"/>
            <a:ext cx="7112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2200" b="1" i="0" u="none" strike="noStrike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3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6" name="AutoShape 16"/>
          <p:cNvSpPr txBox="1"/>
          <p:nvPr/>
        </p:nvSpPr>
        <p:spPr>
          <a:xfrm>
            <a:off x="5588000" y="34925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6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写成规则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7" name="AutoShape 17"/>
          <p:cNvSpPr txBox="1"/>
          <p:nvPr/>
        </p:nvSpPr>
        <p:spPr>
          <a:xfrm>
            <a:off x="5207000" y="3937000"/>
            <a:ext cx="203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300" b="1" i="0" u="none" strike="noStrike">
                <a:solidFill>
                  <a:srgbClr val="4B556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AI 整理成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  <a:p>
            <a:pPr marL="0" indent="0" algn="ctr">
              <a:lnSpc>
                <a:spcPct val="125000"/>
              </a:lnSpc>
              <a:defRPr b="1"/>
            </a:pPr>
            <a:r>
              <a:rPr lang="en-US" sz="1300" b="1" i="0" u="none" strike="noStrike">
                <a:solidFill>
                  <a:srgbClr val="4B556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SKILL.md 规则文件</a:t>
            </a:r>
            <a:endParaRPr lang="en-US" sz="1300" b="1" i="0" u="none" strike="noStrike">
              <a:solidFill>
                <a:srgbClr val="4B556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cxnSp>
        <p:nvCxnSpPr>
          <p:cNvPr id="18" name="Connector 18"/>
          <p:cNvCxnSpPr/>
          <p:nvPr/>
        </p:nvCxnSpPr>
        <p:spPr>
          <a:xfrm rot="-29132">
            <a:off x="6553227" y="2889250"/>
            <a:ext cx="1498600" cy="12700"/>
          </a:xfrm>
          <a:prstGeom prst="straightConnector1">
            <a:avLst/>
          </a:prstGeom>
          <a:solidFill>
            <a:srgbClr val="EAF2F7">
              <a:alpha val="100000"/>
            </a:srgbClr>
          </a:solidFill>
          <a:ln w="25400" cap="flat" cmpd="sng">
            <a:solidFill>
              <a:srgbClr val="EAF2F7">
                <a:alpha val="100000"/>
              </a:srgbClr>
            </a:solidFill>
            <a:prstDash val="dash"/>
            <a:round/>
            <a:headEnd type="none" w="lg" len="lg"/>
            <a:tailEnd type="arrow" w="lg" len="lg"/>
          </a:ln>
        </p:spPr>
      </p:cxnSp>
      <p:sp>
        <p:nvSpPr>
          <p:cNvPr id="19" name="AutoShape 19"/>
          <p:cNvSpPr/>
          <p:nvPr/>
        </p:nvSpPr>
        <p:spPr>
          <a:xfrm>
            <a:off x="8128000" y="2540000"/>
            <a:ext cx="711200" cy="711200"/>
          </a:xfrm>
          <a:prstGeom prst="ellipse">
            <a:avLst/>
          </a:prstGeom>
          <a:solidFill>
            <a:srgbClr val="18A999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0" name="AutoShape 20"/>
          <p:cNvSpPr txBox="1"/>
          <p:nvPr/>
        </p:nvSpPr>
        <p:spPr>
          <a:xfrm>
            <a:off x="8128000" y="2540000"/>
            <a:ext cx="7112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2200" b="1" i="0" u="none" strike="noStrike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4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1" name="AutoShape 21"/>
          <p:cNvSpPr txBox="1"/>
          <p:nvPr/>
        </p:nvSpPr>
        <p:spPr>
          <a:xfrm>
            <a:off x="7874000" y="34925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6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装上它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2" name="AutoShape 22"/>
          <p:cNvSpPr txBox="1"/>
          <p:nvPr/>
        </p:nvSpPr>
        <p:spPr>
          <a:xfrm>
            <a:off x="7493000" y="3937000"/>
            <a:ext cx="203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300" b="1" i="0" u="none" strike="noStrike">
                <a:solidFill>
                  <a:srgbClr val="4B556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存到你的 AI 工具里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  <a:p>
            <a:pPr marL="0" indent="0" algn="ctr">
              <a:lnSpc>
                <a:spcPct val="125000"/>
              </a:lnSpc>
              <a:defRPr b="1"/>
            </a:pPr>
            <a:r>
              <a:rPr lang="en-US" sz="1300" b="1" i="0" u="none" strike="noStrike">
                <a:solidFill>
                  <a:srgbClr val="4B556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以后随时能用</a:t>
            </a:r>
            <a:endParaRPr lang="en-US" sz="1300" b="1" i="0" u="none" strike="noStrike">
              <a:solidFill>
                <a:srgbClr val="4B556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cxnSp>
        <p:nvCxnSpPr>
          <p:cNvPr id="23" name="Connector 23"/>
          <p:cNvCxnSpPr/>
          <p:nvPr/>
        </p:nvCxnSpPr>
        <p:spPr>
          <a:xfrm rot="-29132">
            <a:off x="8839227" y="2889250"/>
            <a:ext cx="1498600" cy="12700"/>
          </a:xfrm>
          <a:prstGeom prst="straightConnector1">
            <a:avLst/>
          </a:prstGeom>
          <a:solidFill>
            <a:srgbClr val="EAF2F7">
              <a:alpha val="100000"/>
            </a:srgbClr>
          </a:solidFill>
          <a:ln w="25400" cap="flat" cmpd="sng">
            <a:solidFill>
              <a:srgbClr val="EAF2F7">
                <a:alpha val="100000"/>
              </a:srgbClr>
            </a:solidFill>
            <a:prstDash val="dash"/>
            <a:round/>
            <a:headEnd type="none" w="lg" len="lg"/>
            <a:tailEnd type="arrow" w="lg" len="lg"/>
          </a:ln>
        </p:spPr>
      </p:cxnSp>
      <p:sp>
        <p:nvSpPr>
          <p:cNvPr id="24" name="AutoShape 24"/>
          <p:cNvSpPr/>
          <p:nvPr/>
        </p:nvSpPr>
        <p:spPr>
          <a:xfrm>
            <a:off x="10414000" y="2540000"/>
            <a:ext cx="711200" cy="711200"/>
          </a:xfrm>
          <a:prstGeom prst="ellipse">
            <a:avLst/>
          </a:prstGeom>
          <a:solidFill>
            <a:srgbClr val="123B5D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5" name="AutoShape 25"/>
          <p:cNvSpPr txBox="1"/>
          <p:nvPr/>
        </p:nvSpPr>
        <p:spPr>
          <a:xfrm>
            <a:off x="10414000" y="2540000"/>
            <a:ext cx="7112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2200" b="1" i="0" u="none" strike="noStrike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5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6" name="AutoShape 26"/>
          <p:cNvSpPr txBox="1"/>
          <p:nvPr/>
        </p:nvSpPr>
        <p:spPr>
          <a:xfrm>
            <a:off x="10160000" y="34925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6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验两次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7" name="AutoShape 27"/>
          <p:cNvSpPr txBox="1"/>
          <p:nvPr/>
        </p:nvSpPr>
        <p:spPr>
          <a:xfrm>
            <a:off x="9779000" y="3937000"/>
            <a:ext cx="203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300" b="1" i="0" u="none" strike="noStrike">
                <a:solidFill>
                  <a:srgbClr val="4B556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检查准不准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  <a:p>
            <a:pPr marL="0" indent="0" algn="ctr">
              <a:lnSpc>
                <a:spcPct val="125000"/>
              </a:lnSpc>
              <a:defRPr b="1"/>
            </a:pPr>
            <a:r>
              <a:rPr lang="en-US" sz="1300" b="1" i="0" u="none" strike="noStrike">
                <a:solidFill>
                  <a:srgbClr val="4B556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不准就调到像你</a:t>
            </a:r>
            <a:endParaRPr lang="en-US" sz="1300" b="1" i="0" u="none" strike="noStrike">
              <a:solidFill>
                <a:srgbClr val="4B556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8" name="AutoShape 28"/>
          <p:cNvSpPr txBox="1"/>
          <p:nvPr/>
        </p:nvSpPr>
        <p:spPr>
          <a:xfrm>
            <a:off x="1016000" y="5588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全程大概 30-40 分钟，不需要懂技术，跟着 AI 的问题走就行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1001" name="河图统一页脚Logo"/>
          <p:cNvPicPr>
            <a:picLocks noChangeAspect="1"/>
          </p:cNvPicPr>
          <p:nvPr/>
        </p:nvPicPr>
        <p:blipFill>
          <a:blip r:embed="rId2"/>
          <a:srcRect l="6458" t="22500" r="6510" b="22407"/>
          <a:stretch>
            <a:fillRect/>
          </a:stretch>
        </p:blipFill>
        <p:spPr>
          <a:xfrm>
            <a:off x="609600" y="6315075"/>
            <a:ext cx="914400" cy="323850"/>
          </a:xfrm>
          <a:prstGeom prst="rect">
            <a:avLst/>
          </a:prstGeom>
          <a:ln>
            <a:noFill/>
          </a:ln>
        </p:spPr>
      </p:pic>
      <p:sp>
        <p:nvSpPr>
          <p:cNvPr id="1002" name="河图统一页码"/>
          <p:cNvSpPr>
            <a:spLocks noGrp="1"/>
          </p:cNvSpPr>
          <p:nvPr/>
        </p:nvSpPr>
        <p:spPr>
          <a:xfrm>
            <a:off x="10629900" y="6410325"/>
            <a:ext cx="952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defPPr>
            <a:lvl1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1pPr>
            <a:lvl2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2pPr>
            <a:lvl3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3pPr>
            <a:lvl4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4pPr>
            <a:lvl5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5pPr>
            <a:lvl6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6pPr>
            <a:lvl7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7pPr>
            <a:lvl8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8pPr>
            <a:lvl9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9pPr>
          </a:lstStyle>
          <a:p>
            <a: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rPr>
              <a:t>18 / 27</a:t>
            </a:r>
            <a:endParaRPr sz="1000" b="1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4" name="title"/>
          <p:cNvSpPr>
            <a:spLocks noGrp="1"/>
          </p:cNvSpPr>
          <p:nvPr/>
        </p:nvSpPr>
        <p:spPr>
          <a:xfrm>
            <a:off x="685800" y="438150"/>
            <a:ext cx="108204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7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defPPr>
          </a:lstStyle>
          <a:p>
            <a:pPr algn="l">
              <a:defRPr sz="37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sz="3700" b="1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采访回答，怎样变成写作规则</a:t>
            </a:r>
            <a:endParaRPr sz="3700" b="1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5" name="subtitle"/>
          <p:cNvSpPr>
            <a:spLocks noGrp="1"/>
          </p:cNvSpPr>
          <p:nvPr/>
        </p:nvSpPr>
        <p:spPr>
          <a:xfrm>
            <a:off x="685800" y="1143000"/>
            <a:ext cx="108204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defPPr>
          </a:lstStyle>
          <a:p>
            <a:pPr algn="l">
              <a:defRPr sz="21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sz="21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模拟讲师访谈示例</a:t>
            </a:r>
            <a:endParaRPr sz="2100" b="1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685800" y="1828800"/>
          <a:ext cx="10820400" cy="3562350"/>
        </p:xfrm>
        <a:graphic>
          <a:graphicData uri="http://schemas.openxmlformats.org/drawingml/2006/table">
            <a:tbl>
              <a:tblPr/>
              <a:tblGrid>
                <a:gridCol w="3143250"/>
                <a:gridCol w="4476750"/>
                <a:gridCol w="3200400"/>
              </a:tblGrid>
              <a:tr h="712470"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采访得到的回答</a:t>
                      </a:r>
                      <a:endParaRPr sz="2100" b="1">
                        <a:solidFill>
                          <a:srgbClr val="FFFFFF"/>
                        </a:solidFill>
                        <a:latin typeface="Source Han Sans SC Heavy"/>
                        <a:ea typeface="Source Han Sans SC Heavy"/>
                        <a:cs typeface="Source Han Sans SC Heavy"/>
                        <a:sym typeface="Source Han Sans SC Heavy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BDD8DA"/>
                      </a:solidFill>
                      <a:prstDash val="solid"/>
                    </a:lnL>
                    <a:lnR w="9525">
                      <a:solidFill>
                        <a:srgbClr val="BDD8DA"/>
                      </a:solidFill>
                      <a:prstDash val="solid"/>
                    </a:lnR>
                    <a:lnT w="9525">
                      <a:solidFill>
                        <a:srgbClr val="BDD8DA"/>
                      </a:solidFill>
                      <a:prstDash val="solid"/>
                    </a:lnT>
                    <a:lnB w="9525">
                      <a:solidFill>
                        <a:srgbClr val="BDD8DA"/>
                      </a:solidFill>
                      <a:prstDash val="solid"/>
                    </a:lnB>
                    <a:solidFill>
                      <a:srgbClr val="123B5D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提炼后的规则</a:t>
                      </a:r>
                      <a:endParaRPr sz="2100" b="1">
                        <a:solidFill>
                          <a:srgbClr val="FFFFFF"/>
                        </a:solidFill>
                        <a:latin typeface="Source Han Sans SC Heavy"/>
                        <a:ea typeface="Source Han Sans SC Heavy"/>
                        <a:cs typeface="Source Han Sans SC Heavy"/>
                        <a:sym typeface="Source Han Sans SC Heavy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BDD8DA"/>
                      </a:solidFill>
                      <a:prstDash val="solid"/>
                    </a:lnR>
                    <a:lnT w="9525">
                      <a:solidFill>
                        <a:srgbClr val="BDD8DA"/>
                      </a:solidFill>
                      <a:prstDash val="solid"/>
                    </a:lnT>
                    <a:lnB w="9525">
                      <a:solidFill>
                        <a:srgbClr val="BDD8DA"/>
                      </a:solidFill>
                      <a:prstDash val="solid"/>
                    </a:lnB>
                    <a:solidFill>
                      <a:srgbClr val="123B5D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检查方式</a:t>
                      </a:r>
                      <a:endParaRPr sz="2100" b="1">
                        <a:solidFill>
                          <a:srgbClr val="FFFFFF"/>
                        </a:solidFill>
                        <a:latin typeface="Source Han Sans SC Heavy"/>
                        <a:ea typeface="Source Han Sans SC Heavy"/>
                        <a:cs typeface="Source Han Sans SC Heavy"/>
                        <a:sym typeface="Source Han Sans SC Heavy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BDD8DA"/>
                      </a:solidFill>
                      <a:prstDash val="solid"/>
                    </a:lnR>
                    <a:lnT w="9525">
                      <a:solidFill>
                        <a:srgbClr val="BDD8DA"/>
                      </a:solidFill>
                      <a:prstDash val="solid"/>
                    </a:lnT>
                    <a:lnB w="9525">
                      <a:solidFill>
                        <a:srgbClr val="BDD8DA"/>
                      </a:solidFill>
                      <a:prstDash val="solid"/>
                    </a:lnB>
                    <a:solidFill>
                      <a:srgbClr val="123B5D"/>
                    </a:solidFill>
                  </a:tcPr>
                </a:tc>
              </a:tr>
              <a:tr h="712470"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2000" b="1">
                          <a:solidFill>
                            <a:srgbClr val="123B5D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我给基层实操学员讲课</a:t>
                      </a:r>
                      <a:endParaRPr sz="2000" b="1">
                        <a:solidFill>
                          <a:srgbClr val="123B5D"/>
                        </a:solidFill>
                        <a:latin typeface="Source Han Sans SC Heavy"/>
                        <a:ea typeface="Source Han Sans SC Heavy"/>
                        <a:cs typeface="Source Han Sans SC Heavy"/>
                        <a:sym typeface="Source Han Sans SC Heavy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BDD8DA"/>
                      </a:solidFill>
                      <a:prstDash val="solid"/>
                    </a:lnL>
                    <a:lnR w="9525">
                      <a:solidFill>
                        <a:srgbClr val="BDD8DA"/>
                      </a:solidFill>
                      <a:prstDash val="solid"/>
                    </a:lnR>
                    <a:lnB w="9525">
                      <a:solidFill>
                        <a:srgbClr val="BDD8DA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2000" b="1">
                          <a:solidFill>
                            <a:srgbClr val="123B5D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先解释术语，再给工作例子</a:t>
                      </a:r>
                      <a:endParaRPr sz="2000" b="1">
                        <a:solidFill>
                          <a:srgbClr val="123B5D"/>
                        </a:solidFill>
                        <a:latin typeface="Source Han Sans SC Heavy"/>
                        <a:ea typeface="Source Han Sans SC Heavy"/>
                        <a:cs typeface="Source Han Sans SC Heavy"/>
                        <a:sym typeface="Source Han Sans SC Heavy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BDD8DA"/>
                      </a:solidFill>
                      <a:prstDash val="solid"/>
                    </a:lnR>
                    <a:lnB w="9525">
                      <a:solidFill>
                        <a:srgbClr val="BDD8DA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2000" b="1">
                          <a:solidFill>
                            <a:srgbClr val="123B5D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开头是否出现难懂术语</a:t>
                      </a:r>
                      <a:endParaRPr sz="2000" b="1">
                        <a:solidFill>
                          <a:srgbClr val="123B5D"/>
                        </a:solidFill>
                        <a:latin typeface="Source Han Sans SC Heavy"/>
                        <a:ea typeface="Source Han Sans SC Heavy"/>
                        <a:cs typeface="Source Han Sans SC Heavy"/>
                        <a:sym typeface="Source Han Sans SC Heavy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BDD8DA"/>
                      </a:solidFill>
                      <a:prstDash val="solid"/>
                    </a:lnR>
                    <a:lnB w="9525">
                      <a:solidFill>
                        <a:srgbClr val="BDD8DA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</a:tr>
              <a:tr h="712470"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2000" b="1">
                          <a:solidFill>
                            <a:srgbClr val="123B5D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我不喜欢空泛口号</a:t>
                      </a:r>
                      <a:endParaRPr sz="2000" b="1">
                        <a:solidFill>
                          <a:srgbClr val="123B5D"/>
                        </a:solidFill>
                        <a:latin typeface="Source Han Sans SC Heavy"/>
                        <a:ea typeface="Source Han Sans SC Heavy"/>
                        <a:cs typeface="Source Han Sans SC Heavy"/>
                        <a:sym typeface="Source Han Sans SC Heavy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BDD8DA"/>
                      </a:solidFill>
                      <a:prstDash val="solid"/>
                    </a:lnL>
                    <a:lnR w="9525">
                      <a:solidFill>
                        <a:srgbClr val="BDD8DA"/>
                      </a:solidFill>
                      <a:prstDash val="solid"/>
                    </a:lnR>
                    <a:lnB w="9525">
                      <a:solidFill>
                        <a:srgbClr val="BDD8DA"/>
                      </a:solidFill>
                      <a:prstDash val="solid"/>
                    </a:lnB>
                    <a:solidFill>
                      <a:srgbClr val="F8FA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2000" b="1">
                          <a:solidFill>
                            <a:srgbClr val="123B5D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用具体动作、条件和结果表达</a:t>
                      </a:r>
                      <a:endParaRPr sz="2000" b="1">
                        <a:solidFill>
                          <a:srgbClr val="123B5D"/>
                        </a:solidFill>
                        <a:latin typeface="Source Han Sans SC Heavy"/>
                        <a:ea typeface="Source Han Sans SC Heavy"/>
                        <a:cs typeface="Source Han Sans SC Heavy"/>
                        <a:sym typeface="Source Han Sans SC Heavy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BDD8DA"/>
                      </a:solidFill>
                      <a:prstDash val="solid"/>
                    </a:lnR>
                    <a:lnB w="9525">
                      <a:solidFill>
                        <a:srgbClr val="BDD8DA"/>
                      </a:solidFill>
                      <a:prstDash val="solid"/>
                    </a:lnB>
                    <a:solidFill>
                      <a:srgbClr val="F8FA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2000" b="1">
                          <a:solidFill>
                            <a:srgbClr val="123B5D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能否指出实际要做什么</a:t>
                      </a:r>
                      <a:endParaRPr sz="2000" b="1">
                        <a:solidFill>
                          <a:srgbClr val="123B5D"/>
                        </a:solidFill>
                        <a:latin typeface="Source Han Sans SC Heavy"/>
                        <a:ea typeface="Source Han Sans SC Heavy"/>
                        <a:cs typeface="Source Han Sans SC Heavy"/>
                        <a:sym typeface="Source Han Sans SC Heavy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BDD8DA"/>
                      </a:solidFill>
                      <a:prstDash val="solid"/>
                    </a:lnR>
                    <a:lnB w="9525">
                      <a:solidFill>
                        <a:srgbClr val="BDD8DA"/>
                      </a:solidFill>
                      <a:prstDash val="solid"/>
                    </a:lnB>
                    <a:solidFill>
                      <a:srgbClr val="F8FAF9"/>
                    </a:solidFill>
                  </a:tcPr>
                </a:tc>
              </a:tr>
              <a:tr h="712470"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2000" b="1">
                          <a:solidFill>
                            <a:srgbClr val="123B5D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我常从亲历事件开场</a:t>
                      </a:r>
                      <a:endParaRPr sz="2000" b="1">
                        <a:solidFill>
                          <a:srgbClr val="123B5D"/>
                        </a:solidFill>
                        <a:latin typeface="Source Han Sans SC Heavy"/>
                        <a:ea typeface="Source Han Sans SC Heavy"/>
                        <a:cs typeface="Source Han Sans SC Heavy"/>
                        <a:sym typeface="Source Han Sans SC Heavy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BDD8DA"/>
                      </a:solidFill>
                      <a:prstDash val="solid"/>
                    </a:lnL>
                    <a:lnR w="9525">
                      <a:solidFill>
                        <a:srgbClr val="BDD8DA"/>
                      </a:solidFill>
                      <a:prstDash val="solid"/>
                    </a:lnR>
                    <a:lnB w="9525">
                      <a:solidFill>
                        <a:srgbClr val="BDD8DA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2000" b="1">
                          <a:solidFill>
                            <a:srgbClr val="123B5D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先交代情境，再展开方法</a:t>
                      </a:r>
                      <a:endParaRPr sz="2000" b="1">
                        <a:solidFill>
                          <a:srgbClr val="123B5D"/>
                        </a:solidFill>
                        <a:latin typeface="Source Han Sans SC Heavy"/>
                        <a:ea typeface="Source Han Sans SC Heavy"/>
                        <a:cs typeface="Source Han Sans SC Heavy"/>
                        <a:sym typeface="Source Han Sans SC Heavy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BDD8DA"/>
                      </a:solidFill>
                      <a:prstDash val="solid"/>
                    </a:lnR>
                    <a:lnB w="9525">
                      <a:solidFill>
                        <a:srgbClr val="BDD8DA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2000" b="1">
                          <a:solidFill>
                            <a:srgbClr val="123B5D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例子是否真实且有来源</a:t>
                      </a:r>
                      <a:endParaRPr sz="2000" b="1">
                        <a:solidFill>
                          <a:srgbClr val="123B5D"/>
                        </a:solidFill>
                        <a:latin typeface="Source Han Sans SC Heavy"/>
                        <a:ea typeface="Source Han Sans SC Heavy"/>
                        <a:cs typeface="Source Han Sans SC Heavy"/>
                        <a:sym typeface="Source Han Sans SC Heavy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BDD8DA"/>
                      </a:solidFill>
                      <a:prstDash val="solid"/>
                    </a:lnR>
                    <a:lnB w="9525">
                      <a:solidFill>
                        <a:srgbClr val="BDD8DA"/>
                      </a:solidFill>
                      <a:prstDash val="solid"/>
                    </a:lnB>
                    <a:solidFill>
                      <a:srgbClr val="EDF5F5"/>
                    </a:solidFill>
                  </a:tcPr>
                </a:tc>
              </a:tr>
              <a:tr h="712470"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2000" b="1">
                          <a:solidFill>
                            <a:srgbClr val="123B5D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我不会的要说不知道</a:t>
                      </a:r>
                      <a:endParaRPr sz="2000" b="1">
                        <a:solidFill>
                          <a:srgbClr val="123B5D"/>
                        </a:solidFill>
                        <a:latin typeface="Source Han Sans SC Heavy"/>
                        <a:ea typeface="Source Han Sans SC Heavy"/>
                        <a:cs typeface="Source Han Sans SC Heavy"/>
                        <a:sym typeface="Source Han Sans SC Heavy"/>
                      </a:endParaRPr>
                    </a:p>
                  </a:txBody>
                  <a:tcPr marL="114300" marR="114300" marT="114300" marB="114300" anchor="ctr">
                    <a:lnL w="9525">
                      <a:solidFill>
                        <a:srgbClr val="BDD8DA"/>
                      </a:solidFill>
                      <a:prstDash val="solid"/>
                    </a:lnL>
                    <a:lnR w="9525">
                      <a:solidFill>
                        <a:srgbClr val="BDD8DA"/>
                      </a:solidFill>
                      <a:prstDash val="solid"/>
                    </a:lnR>
                    <a:lnB w="9525">
                      <a:solidFill>
                        <a:srgbClr val="BDD8DA"/>
                      </a:solidFill>
                      <a:prstDash val="solid"/>
                    </a:lnB>
                    <a:solidFill>
                      <a:srgbClr val="F8FA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2000" b="1">
                          <a:solidFill>
                            <a:srgbClr val="123B5D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缺依据时标明待核实</a:t>
                      </a:r>
                      <a:endParaRPr sz="2000" b="1">
                        <a:solidFill>
                          <a:srgbClr val="123B5D"/>
                        </a:solidFill>
                        <a:latin typeface="Source Han Sans SC Heavy"/>
                        <a:ea typeface="Source Han Sans SC Heavy"/>
                        <a:cs typeface="Source Han Sans SC Heavy"/>
                        <a:sym typeface="Source Han Sans SC Heavy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BDD8DA"/>
                      </a:solidFill>
                      <a:prstDash val="solid"/>
                    </a:lnR>
                    <a:lnB w="9525">
                      <a:solidFill>
                        <a:srgbClr val="BDD8DA"/>
                      </a:solidFill>
                      <a:prstDash val="solid"/>
                    </a:lnB>
                    <a:solidFill>
                      <a:srgbClr val="F8FA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r>
                        <a:rPr sz="2000" b="1">
                          <a:solidFill>
                            <a:srgbClr val="123B5D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有无擅自补出的事实</a:t>
                      </a:r>
                      <a:endParaRPr sz="2000" b="1">
                        <a:solidFill>
                          <a:srgbClr val="123B5D"/>
                        </a:solidFill>
                        <a:latin typeface="Source Han Sans SC Heavy"/>
                        <a:ea typeface="Source Han Sans SC Heavy"/>
                        <a:cs typeface="Source Han Sans SC Heavy"/>
                        <a:sym typeface="Source Han Sans SC Heavy"/>
                      </a:endParaRPr>
                    </a:p>
                  </a:txBody>
                  <a:tcPr marL="114300" marR="114300" marT="114300" marB="114300" anchor="ctr">
                    <a:lnR w="9525">
                      <a:solidFill>
                        <a:srgbClr val="BDD8DA"/>
                      </a:solidFill>
                      <a:prstDash val="solid"/>
                    </a:lnR>
                    <a:lnB w="9525">
                      <a:solidFill>
                        <a:srgbClr val="BDD8DA"/>
                      </a:solidFill>
                      <a:prstDash val="solid"/>
                    </a:lnB>
                    <a:solidFill>
                      <a:srgbClr val="F8FAF9"/>
                    </a:solidFill>
                  </a:tcPr>
                </a:tc>
              </a:tr>
            </a:tbl>
          </a:graphicData>
        </a:graphic>
      </p:graphicFrame>
      <p:pic>
        <p:nvPicPr>
          <p:cNvPr id="1001" name="河图统一页脚Logo"/>
          <p:cNvPicPr>
            <a:picLocks noChangeAspect="1"/>
          </p:cNvPicPr>
          <p:nvPr/>
        </p:nvPicPr>
        <p:blipFill>
          <a:blip r:embed="rId2"/>
          <a:srcRect l="6458" t="22500" r="6510" b="22407"/>
          <a:stretch>
            <a:fillRect/>
          </a:stretch>
        </p:blipFill>
        <p:spPr>
          <a:xfrm>
            <a:off x="609600" y="6315075"/>
            <a:ext cx="914400" cy="323850"/>
          </a:xfrm>
          <a:prstGeom prst="rect">
            <a:avLst/>
          </a:prstGeom>
          <a:ln>
            <a:noFill/>
          </a:ln>
        </p:spPr>
      </p:pic>
      <p:sp>
        <p:nvSpPr>
          <p:cNvPr id="1002" name="河图统一页码"/>
          <p:cNvSpPr>
            <a:spLocks noGrp="1"/>
          </p:cNvSpPr>
          <p:nvPr/>
        </p:nvSpPr>
        <p:spPr>
          <a:xfrm>
            <a:off x="10629900" y="6410325"/>
            <a:ext cx="952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defPPr>
            <a:lvl1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1pPr>
            <a:lvl2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2pPr>
            <a:lvl3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3pPr>
            <a:lvl4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4pPr>
            <a:lvl5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5pPr>
            <a:lvl6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6pPr>
            <a:lvl7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7pPr>
            <a:lvl8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8pPr>
            <a:lvl9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9pPr>
          </a:lstStyle>
          <a:p>
            <a: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rPr>
              <a:t>19 / 27</a:t>
            </a:r>
            <a:endParaRPr sz="1000" b="1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1016000" y="7620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第五步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" name="AutoShape 3"/>
          <p:cNvSpPr txBox="1"/>
          <p:nvPr/>
        </p:nvSpPr>
        <p:spPr>
          <a:xfrm>
            <a:off x="1016000" y="12065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30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当场验两次：准不准，试了才知道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cxnSp>
        <p:nvCxnSpPr>
          <p:cNvPr id="4" name="Connector 4"/>
          <p:cNvCxnSpPr/>
          <p:nvPr/>
        </p:nvCxnSpPr>
        <p:spPr>
          <a:xfrm rot="-42964">
            <a:off x="1016040" y="2089150"/>
            <a:ext cx="1016079" cy="12700"/>
          </a:xfrm>
          <a:prstGeom prst="straightConnector1">
            <a:avLst/>
          </a:prstGeom>
          <a:solidFill>
            <a:srgbClr val="EAF2F7">
              <a:alpha val="100000"/>
            </a:srgbClr>
          </a:solidFill>
          <a:ln w="38100" cap="flat" cmpd="sng">
            <a:solidFill>
              <a:srgbClr val="18A999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016000" y="2540000"/>
            <a:ext cx="4826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AF2F7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6" name="AutoShape 6"/>
          <p:cNvSpPr txBox="1"/>
          <p:nvPr/>
        </p:nvSpPr>
        <p:spPr>
          <a:xfrm>
            <a:off x="1270000" y="2794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800" b="1" i="0" u="none" strike="noStrike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第一次：查规则够不够全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7" name="AutoShape 7"/>
          <p:cNvSpPr txBox="1"/>
          <p:nvPr/>
        </p:nvSpPr>
        <p:spPr>
          <a:xfrm>
            <a:off x="1270000" y="3365500"/>
            <a:ext cx="4318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5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4B556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拿一段你的样本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  <a:p>
            <a:pPr marL="0" indent="0" algn="l">
              <a:lnSpc>
                <a:spcPct val="150000"/>
              </a:lnSpc>
              <a:defRPr b="1"/>
            </a:pPr>
            <a:r>
              <a:rPr lang="en-US" sz="1400" b="1" i="0" u="none" strike="noStrike">
                <a:solidFill>
                  <a:srgbClr val="4B556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一句一句对着 SKILL.md 看</a:t>
            </a:r>
            <a:endParaRPr lang="en-US" sz="1400" b="1" i="0" u="none" strike="noStrike">
              <a:solidFill>
                <a:srgbClr val="4B556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  <a:p>
            <a:pPr marL="0" indent="0" algn="l">
              <a:lnSpc>
                <a:spcPct val="150000"/>
              </a:lnSpc>
              <a:defRPr b="1"/>
            </a:pPr>
            <a:r>
              <a:rPr lang="en-US" sz="1400" b="1" i="0" u="none" strike="noStrike">
                <a:solidFill>
                  <a:srgbClr val="4B556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哪句话在规则里找不着</a:t>
            </a:r>
            <a:endParaRPr lang="en-US" sz="1400" b="1" i="0" u="none" strike="noStrike">
              <a:solidFill>
                <a:srgbClr val="4B556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  <a:p>
            <a:pPr marL="0" indent="0" algn="l">
              <a:lnSpc>
                <a:spcPct val="150000"/>
              </a:lnSpc>
              <a:defRPr b="1"/>
            </a:pPr>
            <a:r>
              <a:rPr lang="en-US" sz="1400" b="1" i="0" u="none" strike="noStrike">
                <a:solidFill>
                  <a:srgbClr val="4B556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就是漏掉了你的特点</a:t>
            </a:r>
            <a:endParaRPr lang="en-US" sz="1400" b="1" i="0" u="none" strike="noStrike">
              <a:solidFill>
                <a:srgbClr val="4B556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  <a:p>
            <a:pPr marL="0" indent="0" algn="l">
              <a:lnSpc>
                <a:spcPct val="150000"/>
              </a:lnSpc>
              <a:defRPr b="1"/>
            </a:pPr>
            <a:r>
              <a:rPr lang="en-US" sz="1400" b="1" i="0" u="none" strike="noStrike">
                <a:solidFill>
                  <a:srgbClr val="4B5563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补成新规则</a:t>
            </a:r>
            <a:endParaRPr lang="en-US" sz="1400" b="1" i="0" u="none" strike="noStrike">
              <a:solidFill>
                <a:srgbClr val="4B5563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096000" y="2540000"/>
            <a:ext cx="5080000" cy="3302000"/>
          </a:xfrm>
          <a:prstGeom prst="roundRect">
            <a:avLst>
              <a:gd name="adj" fmla="val 0"/>
            </a:avLst>
          </a:prstGeom>
          <a:solidFill>
            <a:srgbClr val="123B5D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6350000" y="2794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800" b="1" i="0" u="none" strike="noStrike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第二次：写你没写过的东西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6350000" y="3365500"/>
            <a:ext cx="4572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5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EAF2F7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问 AI："帮我写个下周的活动通知"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  <a:p>
            <a:pPr marL="0" indent="0" algn="l">
              <a:lnSpc>
                <a:spcPct val="150000"/>
              </a:lnSpc>
              <a:defRPr b="1"/>
            </a:pPr>
            <a:r>
              <a:rPr lang="en-US" sz="1400" b="1" i="0" u="none" strike="noStrike">
                <a:solidFill>
                  <a:srgbClr val="EAF2F7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看看像不像你写的</a:t>
            </a:r>
            <a:endParaRPr lang="en-US" sz="1400" b="1" i="0" u="none" strike="noStrike">
              <a:solidFill>
                <a:srgbClr val="EAF2F7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  <a:p>
            <a:pPr marL="0" indent="0" algn="l">
              <a:lnSpc>
                <a:spcPct val="150000"/>
              </a:lnSpc>
              <a:defRPr b="1"/>
            </a:pPr>
            <a:r>
              <a:rPr lang="en-US" sz="1400" b="1" i="0" u="none" strike="noStrike">
                <a:solidFill>
                  <a:srgbClr val="EAF2F7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哪里不像就指出来</a:t>
            </a:r>
            <a:endParaRPr lang="en-US" sz="1400" b="1" i="0" u="none" strike="noStrike">
              <a:solidFill>
                <a:srgbClr val="EAF2F7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  <a:p>
            <a:pPr marL="0" indent="0" algn="l">
              <a:lnSpc>
                <a:spcPct val="150000"/>
              </a:lnSpc>
              <a:defRPr b="1"/>
            </a:pPr>
            <a:r>
              <a:rPr lang="en-US" sz="1400" b="1" i="0" u="none" strike="noStrike">
                <a:solidFill>
                  <a:srgbClr val="EAF2F7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AI 会给你两个版本二选一</a:t>
            </a:r>
            <a:endParaRPr lang="en-US" sz="1400" b="1" i="0" u="none" strike="noStrike">
              <a:solidFill>
                <a:srgbClr val="EAF2F7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  <a:p>
            <a:pPr marL="0" indent="0" algn="l">
              <a:lnSpc>
                <a:spcPct val="150000"/>
              </a:lnSpc>
              <a:defRPr b="1"/>
            </a:pPr>
            <a:r>
              <a:rPr lang="en-US" sz="1400" b="1" i="0" u="none" strike="noStrike">
                <a:solidFill>
                  <a:srgbClr val="EAF2F7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直到调到像你为止</a:t>
            </a:r>
            <a:endParaRPr lang="en-US" sz="1400" b="1" i="0" u="none" strike="noStrike">
              <a:solidFill>
                <a:srgbClr val="EAF2F7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1001" name="河图统一页脚Logo"/>
          <p:cNvPicPr>
            <a:picLocks noChangeAspect="1"/>
          </p:cNvPicPr>
          <p:nvPr/>
        </p:nvPicPr>
        <p:blipFill>
          <a:blip r:embed="rId2"/>
          <a:srcRect l="6458" t="22500" r="6510" b="22407"/>
          <a:stretch>
            <a:fillRect/>
          </a:stretch>
        </p:blipFill>
        <p:spPr>
          <a:xfrm>
            <a:off x="609600" y="6315075"/>
            <a:ext cx="914400" cy="323850"/>
          </a:xfrm>
          <a:prstGeom prst="rect">
            <a:avLst/>
          </a:prstGeom>
          <a:ln>
            <a:noFill/>
          </a:ln>
        </p:spPr>
      </p:pic>
      <p:sp>
        <p:nvSpPr>
          <p:cNvPr id="1002" name="河图统一页码"/>
          <p:cNvSpPr>
            <a:spLocks noGrp="1"/>
          </p:cNvSpPr>
          <p:nvPr/>
        </p:nvSpPr>
        <p:spPr>
          <a:xfrm>
            <a:off x="10629900" y="6410325"/>
            <a:ext cx="952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defPPr>
            <a:lvl1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1pPr>
            <a:lvl2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2pPr>
            <a:lvl3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3pPr>
            <a:lvl4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4pPr>
            <a:lvl5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5pPr>
            <a:lvl6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6pPr>
            <a:lvl7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7pPr>
            <a:lvl8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8pPr>
            <a:lvl9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9pPr>
          </a:lstStyle>
          <a:p>
            <a: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rPr>
              <a:t>20 / 27</a:t>
            </a:r>
            <a:endParaRPr sz="1000" b="1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ns3="http://schemas.microsoft.com/office/drawing/2010/main" xmlns:ns4="http://schemas.microsoft.com/office/drawing/2016/SVG/main" xmlns:p="http://schemas.openxmlformats.org/presentationml/2006/main" xmlns:r="http://schemas.openxmlformats.org/officeDocument/2006/relationships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09600" y="4572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18A999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838200" y="428625"/>
            <a:ext cx="3886200" cy="39052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225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你的行业，挑哪件事来蒸？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609600" y="1047750"/>
          <a:ext cx="10972801" cy="4076699"/>
        </p:xfrm>
        <a:graphic>
          <a:graphicData uri="http://schemas.openxmlformats.org/drawingml/2006/table">
            <a:tbl>
              <a:tblPr/>
              <a:tblGrid>
                <a:gridCol w="1714500"/>
                <a:gridCol w="4629150"/>
                <a:gridCol w="4629150"/>
              </a:tblGrid>
              <a:tr h="723900">
                <a:tc>
                  <a:txBody>
                    <a:bodyPr lIns="0" tIns="0" rIns="0" bIns="0" wrap="square"/>
                    <a:lstStyle/>
                    <a:p>
                      <a:pPr marL="0" marR="114300" indent="0" algn="ctr">
                        <a:lnSpc>
                          <a:spcPct val="110000"/>
                        </a:lnSpc>
                        <a:buNone/>
                      </a:pPr>
                      <a:r>
                        <a:rPr sz="1850" b="1" i="0" u="none" strike="noStrike">
                          <a:solidFill>
                            <a:srgbClr val="123B5D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你是做什么的</a:t>
                      </a:r>
                      <a:endParaRPr sz="1850" b="1">
                        <a:latin typeface="Source Han Sans SC Heavy"/>
                        <a:ea typeface="Source Han Sans SC Heavy"/>
                        <a:cs typeface="Source Han Sans SC Heavy"/>
                        <a:sym typeface="Source Han Sans SC Heavy"/>
                      </a:endParaRPr>
                    </a:p>
                  </a:txBody>
                  <a:tcPr marL="95250" marR="95250" marT="76200" marB="76200" anchor="ctr">
                    <a:lnL w="14288">
                      <a:solidFill>
                        <a:srgbClr val="A9D9C7"/>
                      </a:solidFill>
                      <a:prstDash val="solid"/>
                    </a:lnL>
                    <a:lnR w="14288">
                      <a:solidFill>
                        <a:srgbClr val="A9D9C7"/>
                      </a:solidFill>
                      <a:prstDash val="solid"/>
                    </a:lnR>
                    <a:lnT w="14288">
                      <a:solidFill>
                        <a:srgbClr val="A9D9C7"/>
                      </a:solidFill>
                      <a:prstDash val="solid"/>
                    </a:lnT>
                    <a:lnB w="14288">
                      <a:solidFill>
                        <a:srgbClr val="A9D9C7"/>
                      </a:solidFill>
                      <a:prstDash val="solid"/>
                    </a:lnB>
                    <a:solidFill>
                      <a:srgbClr val="DDEFE6"/>
                    </a:solidFill>
                  </a:tcPr>
                </a:tc>
                <a:tc>
                  <a:txBody>
                    <a:bodyPr lIns="0" tIns="0" rIns="0" bIns="0" wrap="square"/>
                    <a:lstStyle/>
                    <a:p>
                      <a:pPr marL="0" marR="114300" indent="0" algn="ctr">
                        <a:lnSpc>
                          <a:spcPct val="110000"/>
                        </a:lnSpc>
                        <a:buNone/>
                      </a:pPr>
                      <a:r>
                        <a:rPr sz="1850" b="1" i="0" u="none" strike="noStrike">
                          <a:solidFill>
                            <a:srgbClr val="123B5D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可以挑这些</a:t>
                      </a:r>
                      <a:endParaRPr sz="1850" b="1">
                        <a:latin typeface="Source Han Sans SC Heavy"/>
                        <a:ea typeface="Source Han Sans SC Heavy"/>
                        <a:cs typeface="Source Han Sans SC Heavy"/>
                        <a:sym typeface="Source Han Sans SC Heavy"/>
                      </a:endParaRPr>
                    </a:p>
                  </a:txBody>
                  <a:tcPr marL="95250" marR="95250" marT="76200" marB="76200" anchor="ctr">
                    <a:lnL w="0" cmpd="sng">
                      <a:solidFill>
                        <a:srgbClr val="123B5D"/>
                      </a:solidFill>
                      <a:prstDash val="solid"/>
                    </a:lnL>
                    <a:lnR w="14288">
                      <a:solidFill>
                        <a:srgbClr val="A9D9C7"/>
                      </a:solidFill>
                      <a:prstDash val="solid"/>
                    </a:lnR>
                    <a:lnT w="14288">
                      <a:solidFill>
                        <a:srgbClr val="A9D9C7"/>
                      </a:solidFill>
                      <a:prstDash val="solid"/>
                    </a:lnT>
                    <a:lnB w="14288">
                      <a:solidFill>
                        <a:srgbClr val="A9D9C7"/>
                      </a:solidFill>
                      <a:prstDash val="solid"/>
                    </a:lnB>
                    <a:solidFill>
                      <a:srgbClr val="DDEFE6"/>
                    </a:solidFill>
                  </a:tcPr>
                </a:tc>
                <a:tc>
                  <a:txBody>
                    <a:bodyPr lIns="0" tIns="0" rIns="0" bIns="0" wrap="square"/>
                    <a:lstStyle/>
                    <a:p>
                      <a:pPr marL="0" marR="114300" indent="0" algn="ctr">
                        <a:lnSpc>
                          <a:spcPct val="110000"/>
                        </a:lnSpc>
                        <a:buNone/>
                      </a:pPr>
                      <a:r>
                        <a:rPr sz="1850" b="1" i="0" u="none" strike="noStrike">
                          <a:solidFill>
                            <a:srgbClr val="123B5D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什么时候会用上</a:t>
                      </a:r>
                      <a:endParaRPr sz="1850" b="1">
                        <a:latin typeface="Source Han Sans SC Heavy"/>
                        <a:ea typeface="Source Han Sans SC Heavy"/>
                        <a:cs typeface="Source Han Sans SC Heavy"/>
                        <a:sym typeface="Source Han Sans SC Heavy"/>
                      </a:endParaRPr>
                    </a:p>
                  </a:txBody>
                  <a:tcPr marL="95250" marR="95250" marT="76200" marB="76200" anchor="ctr">
                    <a:lnL w="0" cmpd="sng">
                      <a:solidFill>
                        <a:srgbClr val="123B5D"/>
                      </a:solidFill>
                      <a:prstDash val="solid"/>
                    </a:lnL>
                    <a:lnR w="14288">
                      <a:solidFill>
                        <a:srgbClr val="A9D9C7"/>
                      </a:solidFill>
                      <a:prstDash val="solid"/>
                    </a:lnR>
                    <a:lnT w="14288">
                      <a:solidFill>
                        <a:srgbClr val="A9D9C7"/>
                      </a:solidFill>
                      <a:prstDash val="solid"/>
                    </a:lnT>
                    <a:lnB w="14288">
                      <a:solidFill>
                        <a:srgbClr val="A9D9C7"/>
                      </a:solidFill>
                      <a:prstDash val="solid"/>
                    </a:lnB>
                    <a:solidFill>
                      <a:srgbClr val="DDEFE6"/>
                    </a:solidFill>
                  </a:tcPr>
                </a:tc>
              </a:tr>
              <a:tr h="838200">
                <a:tc>
                  <a:txBody>
                    <a:bodyPr lIns="0" tIns="0" rIns="0" bIns="0" wrap="square"/>
                    <a:lstStyle/>
                    <a:p>
                      <a:pPr marL="0" marR="114300" indent="0" algn="ctr">
                        <a:lnSpc>
                          <a:spcPct val="110000"/>
                        </a:lnSpc>
                        <a:buNone/>
                      </a:pPr>
                      <a:r>
                        <a:rPr sz="1800" b="1" i="0" u="none" strike="noStrike">
                          <a:solidFill>
                            <a:srgbClr val="168477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卖货的</a:t>
                      </a:r>
                      <a:endParaRPr sz="1800" b="1">
                        <a:latin typeface="Source Han Sans SC Heavy"/>
                        <a:ea typeface="Source Han Sans SC Heavy"/>
                        <a:cs typeface="Source Han Sans SC Heavy"/>
                        <a:sym typeface="Source Han Sans SC Heavy"/>
                      </a:endParaRPr>
                    </a:p>
                  </a:txBody>
                  <a:tcPr marL="95250" marR="95250" marT="76200" marB="76200" anchor="ctr">
                    <a:lnL w="14288">
                      <a:solidFill>
                        <a:srgbClr val="A9D9C7"/>
                      </a:solidFill>
                      <a:prstDash val="solid"/>
                    </a:lnL>
                    <a:lnR w="14288">
                      <a:solidFill>
                        <a:srgbClr val="A9D9C7"/>
                      </a:solidFill>
                      <a:prstDash val="solid"/>
                    </a:lnR>
                    <a:lnT w="0" cmpd="sng">
                      <a:solidFill>
                        <a:srgbClr val="123B5D"/>
                      </a:solidFill>
                      <a:prstDash val="solid"/>
                    </a:lnT>
                    <a:lnB w="14288">
                      <a:solidFill>
                        <a:srgbClr val="A9D9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wrap="square"/>
                    <a:lstStyle/>
                    <a:p>
                      <a:pPr marL="0" marR="114300" indent="0" algn="ctr">
                        <a:lnSpc>
                          <a:spcPct val="110000"/>
                        </a:lnSpc>
                        <a:buNone/>
                      </a:pPr>
                      <a:r>
                        <a:rPr sz="1800" b="1" i="0" u="none" strike="noStrike">
                          <a:solidFill>
                            <a:srgbClr val="123B5D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这个品要不要上 / 这个价怎么定 / </a:t>
                      </a:r>
                      <a:br>
                        <a:rPr sz="1800" b="1" i="0" u="none" strike="noStrike">
                          <a:solidFill>
                            <a:srgbClr val="123B5D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</a:br>
                      <a:r>
                        <a:rPr sz="1800" b="1" i="0" u="none" strike="noStrike">
                          <a:solidFill>
                            <a:srgbClr val="123B5D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这个差评怎么回</a:t>
                      </a:r>
                    </a:p>
                  </a:txBody>
                  <a:tcPr marL="95250" marR="95250" marT="76200" marB="76200" anchor="ctr">
                    <a:lnL w="0" cmpd="sng">
                      <a:solidFill>
                        <a:srgbClr val="123B5D"/>
                      </a:solidFill>
                      <a:prstDash val="solid"/>
                    </a:lnL>
                    <a:lnR w="14288">
                      <a:solidFill>
                        <a:srgbClr val="A9D9C7"/>
                      </a:solidFill>
                      <a:prstDash val="solid"/>
                    </a:lnR>
                    <a:lnT w="0" cmpd="sng">
                      <a:solidFill>
                        <a:srgbClr val="123B5D"/>
                      </a:solidFill>
                      <a:prstDash val="solid"/>
                    </a:lnT>
                    <a:lnB w="14288">
                      <a:solidFill>
                        <a:srgbClr val="A9D9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wrap="square"/>
                    <a:lstStyle/>
                    <a:p>
                      <a:pPr marL="0" marR="114300" indent="0" algn="ctr">
                        <a:lnSpc>
                          <a:spcPct val="110000"/>
                        </a:lnSpc>
                        <a:buNone/>
                      </a:pPr>
                      <a:r>
                        <a:rPr sz="1800" b="1" i="0" u="none" strike="noStrike">
                          <a:solidFill>
                            <a:srgbClr val="123B5D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供应商推了个新品、想调价、</a:t>
                      </a:r>
                      <a:br>
                        <a:rPr sz="1800" b="1" i="0" u="none" strike="noStrike">
                          <a:solidFill>
                            <a:srgbClr val="123B5D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</a:br>
                      <a:r>
                        <a:rPr sz="1800" b="1" i="0" u="none" strike="noStrike">
                          <a:solidFill>
                            <a:srgbClr val="123B5D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客户在评论区发难</a:t>
                      </a:r>
                    </a:p>
                  </a:txBody>
                  <a:tcPr marL="95250" marR="95250" marT="76200" marB="76200" anchor="ctr">
                    <a:lnL w="0" cmpd="sng">
                      <a:solidFill>
                        <a:srgbClr val="123B5D"/>
                      </a:solidFill>
                      <a:prstDash val="solid"/>
                    </a:lnL>
                    <a:lnR w="14288">
                      <a:solidFill>
                        <a:srgbClr val="A9D9C7"/>
                      </a:solidFill>
                      <a:prstDash val="solid"/>
                    </a:lnR>
                    <a:lnT w="0" cmpd="sng">
                      <a:solidFill>
                        <a:srgbClr val="123B5D"/>
                      </a:solidFill>
                      <a:prstDash val="solid"/>
                    </a:lnT>
                    <a:lnB w="14288">
                      <a:solidFill>
                        <a:srgbClr val="A9D9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lIns="0" tIns="0" rIns="0" bIns="0" wrap="square"/>
                    <a:lstStyle/>
                    <a:p>
                      <a:pPr marL="0" marR="114300" indent="0" algn="ctr">
                        <a:lnSpc>
                          <a:spcPct val="110000"/>
                        </a:lnSpc>
                        <a:buNone/>
                      </a:pPr>
                      <a:r>
                        <a:rPr sz="1800" b="1" i="0" u="none" strike="noStrike">
                          <a:solidFill>
                            <a:srgbClr val="168477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开店的</a:t>
                      </a:r>
                      <a:endParaRPr sz="1800" b="1">
                        <a:latin typeface="Source Han Sans SC Heavy"/>
                        <a:ea typeface="Source Han Sans SC Heavy"/>
                        <a:cs typeface="Source Han Sans SC Heavy"/>
                        <a:sym typeface="Source Han Sans SC Heavy"/>
                      </a:endParaRPr>
                    </a:p>
                  </a:txBody>
                  <a:tcPr marL="95250" marR="95250" marT="76200" marB="76200" anchor="ctr">
                    <a:lnL w="14288">
                      <a:solidFill>
                        <a:srgbClr val="A9D9C7"/>
                      </a:solidFill>
                      <a:prstDash val="solid"/>
                    </a:lnL>
                    <a:lnR w="14288">
                      <a:solidFill>
                        <a:srgbClr val="A9D9C7"/>
                      </a:solidFill>
                      <a:prstDash val="solid"/>
                    </a:lnR>
                    <a:lnT w="0" cmpd="sng">
                      <a:solidFill>
                        <a:srgbClr val="123B5D"/>
                      </a:solidFill>
                      <a:prstDash val="solid"/>
                    </a:lnT>
                    <a:lnB w="14288">
                      <a:solidFill>
                        <a:srgbClr val="A9D9C7"/>
                      </a:solidFill>
                      <a:prstDash val="solid"/>
                    </a:lnB>
                    <a:solidFill>
                      <a:srgbClr val="F2F9F5"/>
                    </a:solidFill>
                  </a:tcPr>
                </a:tc>
                <a:tc>
                  <a:txBody>
                    <a:bodyPr lIns="0" tIns="0" rIns="0" bIns="0" wrap="square"/>
                    <a:lstStyle/>
                    <a:p>
                      <a:pPr marL="0" marR="114300" indent="0" algn="ctr">
                        <a:lnSpc>
                          <a:spcPct val="110000"/>
                        </a:lnSpc>
                        <a:buNone/>
                      </a:pPr>
                      <a:r>
                        <a:rPr sz="1800" b="1" i="0" u="none" strike="noStrike">
                          <a:solidFill>
                            <a:srgbClr val="123B5D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这个新品上不上 / 这个活动值不值得做 / </a:t>
                      </a:r>
                      <a:br>
                        <a:rPr sz="1800" b="1" i="0" u="none" strike="noStrike">
                          <a:solidFill>
                            <a:srgbClr val="123B5D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</a:br>
                      <a:r>
                        <a:rPr sz="1800" b="1" i="0" u="none" strike="noStrike">
                          <a:solidFill>
                            <a:srgbClr val="123B5D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这个兼职留不留</a:t>
                      </a:r>
                    </a:p>
                  </a:txBody>
                  <a:tcPr marL="95250" marR="95250" marT="76200" marB="76200" anchor="ctr">
                    <a:lnL w="0" cmpd="sng">
                      <a:solidFill>
                        <a:srgbClr val="123B5D"/>
                      </a:solidFill>
                      <a:prstDash val="solid"/>
                    </a:lnL>
                    <a:lnR w="14288">
                      <a:solidFill>
                        <a:srgbClr val="A9D9C7"/>
                      </a:solidFill>
                      <a:prstDash val="solid"/>
                    </a:lnR>
                    <a:lnT w="0" cmpd="sng">
                      <a:solidFill>
                        <a:srgbClr val="123B5D"/>
                      </a:solidFill>
                      <a:prstDash val="solid"/>
                    </a:lnT>
                    <a:lnB w="14288">
                      <a:solidFill>
                        <a:srgbClr val="A9D9C7"/>
                      </a:solidFill>
                      <a:prstDash val="solid"/>
                    </a:lnB>
                    <a:solidFill>
                      <a:srgbClr val="F2F9F5"/>
                    </a:solidFill>
                  </a:tcPr>
                </a:tc>
                <a:tc>
                  <a:txBody>
                    <a:bodyPr lIns="0" tIns="0" rIns="0" bIns="0" wrap="square"/>
                    <a:lstStyle/>
                    <a:p>
                      <a:pPr marL="0" marR="114300" indent="0" algn="ctr">
                        <a:lnSpc>
                          <a:spcPct val="110000"/>
                        </a:lnSpc>
                        <a:buNone/>
                      </a:pPr>
                      <a:r>
                        <a:rPr sz="1800" b="1" i="0" u="none" strike="noStrike">
                          <a:solidFill>
                            <a:srgbClr val="123B5D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想加个新口味、平台来推团购、</a:t>
                      </a:r>
                      <a:br>
                        <a:rPr sz="1800" b="1" i="0" u="none" strike="noStrike">
                          <a:solidFill>
                            <a:srgbClr val="123B5D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</a:br>
                      <a:r>
                        <a:rPr sz="1800" b="1" i="0" u="none" strike="noStrike">
                          <a:solidFill>
                            <a:srgbClr val="123B5D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试用期小工要不要留下</a:t>
                      </a:r>
                    </a:p>
                  </a:txBody>
                  <a:tcPr marL="95250" marR="95250" marT="76200" marB="76200" anchor="ctr">
                    <a:lnL w="0" cmpd="sng">
                      <a:solidFill>
                        <a:srgbClr val="123B5D"/>
                      </a:solidFill>
                      <a:prstDash val="solid"/>
                    </a:lnL>
                    <a:lnR w="14288">
                      <a:solidFill>
                        <a:srgbClr val="A9D9C7"/>
                      </a:solidFill>
                      <a:prstDash val="solid"/>
                    </a:lnR>
                    <a:lnT w="0" cmpd="sng">
                      <a:solidFill>
                        <a:srgbClr val="123B5D"/>
                      </a:solidFill>
                      <a:prstDash val="solid"/>
                    </a:lnT>
                    <a:lnB w="14288">
                      <a:solidFill>
                        <a:srgbClr val="A9D9C7"/>
                      </a:solidFill>
                      <a:prstDash val="solid"/>
                    </a:lnB>
                    <a:solidFill>
                      <a:srgbClr val="F2F9F5"/>
                    </a:solidFill>
                  </a:tcPr>
                </a:tc>
              </a:tr>
              <a:tr h="838200">
                <a:tc>
                  <a:txBody>
                    <a:bodyPr lIns="0" tIns="0" rIns="0" bIns="0" wrap="square"/>
                    <a:lstStyle/>
                    <a:p>
                      <a:pPr marL="0" marR="114300" indent="0" algn="ctr">
                        <a:lnSpc>
                          <a:spcPct val="110000"/>
                        </a:lnSpc>
                        <a:buNone/>
                      </a:pPr>
                      <a:r>
                        <a:rPr sz="1800" b="1" i="0" u="none" strike="noStrike">
                          <a:solidFill>
                            <a:srgbClr val="168477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上班的</a:t>
                      </a:r>
                      <a:endParaRPr sz="1800" b="1">
                        <a:latin typeface="Source Han Sans SC Heavy"/>
                        <a:ea typeface="Source Han Sans SC Heavy"/>
                        <a:cs typeface="Source Han Sans SC Heavy"/>
                        <a:sym typeface="Source Han Sans SC Heavy"/>
                      </a:endParaRPr>
                    </a:p>
                  </a:txBody>
                  <a:tcPr marL="95250" marR="95250" marT="76200" marB="76200" anchor="ctr">
                    <a:lnL w="14288">
                      <a:solidFill>
                        <a:srgbClr val="A9D9C7"/>
                      </a:solidFill>
                      <a:prstDash val="solid"/>
                    </a:lnL>
                    <a:lnR w="14288">
                      <a:solidFill>
                        <a:srgbClr val="A9D9C7"/>
                      </a:solidFill>
                      <a:prstDash val="solid"/>
                    </a:lnR>
                    <a:lnT w="0" cmpd="sng">
                      <a:solidFill>
                        <a:srgbClr val="123B5D"/>
                      </a:solidFill>
                      <a:prstDash val="solid"/>
                    </a:lnT>
                    <a:lnB w="14288">
                      <a:solidFill>
                        <a:srgbClr val="A9D9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wrap="square"/>
                    <a:lstStyle/>
                    <a:p>
                      <a:pPr marL="0" marR="114300" indent="0" algn="ctr">
                        <a:lnSpc>
                          <a:spcPct val="110000"/>
                        </a:lnSpc>
                        <a:buNone/>
                      </a:pPr>
                      <a:r>
                        <a:rPr sz="1800" b="1" i="0" u="none" strike="noStrike">
                          <a:solidFill>
                            <a:srgbClr val="123B5D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这个需求该不该接 / 这个活派给谁 / </a:t>
                      </a:r>
                      <a:br>
                        <a:rPr sz="1800" b="1" i="0" u="none" strike="noStrike">
                          <a:solidFill>
                            <a:srgbClr val="123B5D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</a:br>
                      <a:r>
                        <a:rPr sz="1800" b="1" i="0" u="none" strike="noStrike">
                          <a:solidFill>
                            <a:srgbClr val="123B5D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汇报该说到什么份上</a:t>
                      </a:r>
                    </a:p>
                  </a:txBody>
                  <a:tcPr marL="95250" marR="95250" marT="76200" marB="76200" anchor="ctr">
                    <a:lnL w="0" cmpd="sng">
                      <a:solidFill>
                        <a:srgbClr val="123B5D"/>
                      </a:solidFill>
                      <a:prstDash val="solid"/>
                    </a:lnL>
                    <a:lnR w="14288">
                      <a:solidFill>
                        <a:srgbClr val="A9D9C7"/>
                      </a:solidFill>
                      <a:prstDash val="solid"/>
                    </a:lnR>
                    <a:lnT w="0" cmpd="sng">
                      <a:solidFill>
                        <a:srgbClr val="123B5D"/>
                      </a:solidFill>
                      <a:prstDash val="solid"/>
                    </a:lnT>
                    <a:lnB w="14288">
                      <a:solidFill>
                        <a:srgbClr val="A9D9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wrap="square"/>
                    <a:lstStyle/>
                    <a:p>
                      <a:pPr marL="0" marR="114300" indent="0" algn="ctr">
                        <a:lnSpc>
                          <a:spcPct val="110000"/>
                        </a:lnSpc>
                        <a:buNone/>
                      </a:pPr>
                      <a:r>
                        <a:rPr sz="1800" b="1" i="0" u="none" strike="noStrike">
                          <a:solidFill>
                            <a:srgbClr val="123B5D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别的部门甩活过来、手上人不够、</a:t>
                      </a:r>
                      <a:br>
                        <a:rPr sz="1800" b="1" i="0" u="none" strike="noStrike">
                          <a:solidFill>
                            <a:srgbClr val="123B5D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</a:br>
                      <a:r>
                        <a:rPr sz="1800" b="1" i="0" u="none" strike="noStrike">
                          <a:solidFill>
                            <a:srgbClr val="123B5D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要跟老板过进度</a:t>
                      </a:r>
                    </a:p>
                  </a:txBody>
                  <a:tcPr marL="95250" marR="95250" marT="76200" marB="76200" anchor="ctr">
                    <a:lnL w="0" cmpd="sng">
                      <a:solidFill>
                        <a:srgbClr val="123B5D"/>
                      </a:solidFill>
                      <a:prstDash val="solid"/>
                    </a:lnL>
                    <a:lnR w="14288">
                      <a:solidFill>
                        <a:srgbClr val="A9D9C7"/>
                      </a:solidFill>
                      <a:prstDash val="solid"/>
                    </a:lnR>
                    <a:lnT w="0" cmpd="sng">
                      <a:solidFill>
                        <a:srgbClr val="123B5D"/>
                      </a:solidFill>
                      <a:prstDash val="solid"/>
                    </a:lnT>
                    <a:lnB w="14288">
                      <a:solidFill>
                        <a:srgbClr val="A9D9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lIns="0" tIns="0" rIns="0" bIns="0" wrap="square"/>
                    <a:lstStyle/>
                    <a:p>
                      <a:pPr marL="0" marR="114300" indent="0" algn="ctr">
                        <a:lnSpc>
                          <a:spcPct val="110000"/>
                        </a:lnSpc>
                        <a:buNone/>
                      </a:pPr>
                      <a:r>
                        <a:rPr sz="1800" b="1" i="0" u="none" strike="noStrike">
                          <a:solidFill>
                            <a:srgbClr val="168477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做知识付费的</a:t>
                      </a:r>
                      <a:endParaRPr sz="1800" b="1">
                        <a:latin typeface="Source Han Sans SC Heavy"/>
                        <a:ea typeface="Source Han Sans SC Heavy"/>
                        <a:cs typeface="Source Han Sans SC Heavy"/>
                        <a:sym typeface="Source Han Sans SC Heavy"/>
                      </a:endParaRPr>
                    </a:p>
                  </a:txBody>
                  <a:tcPr marL="95250" marR="95250" marT="76200" marB="76200" anchor="ctr">
                    <a:lnL w="14288">
                      <a:solidFill>
                        <a:srgbClr val="A9D9C7"/>
                      </a:solidFill>
                      <a:prstDash val="solid"/>
                    </a:lnL>
                    <a:lnR w="14288">
                      <a:solidFill>
                        <a:srgbClr val="A9D9C7"/>
                      </a:solidFill>
                      <a:prstDash val="solid"/>
                    </a:lnR>
                    <a:lnT w="0" cmpd="sng">
                      <a:solidFill>
                        <a:srgbClr val="123B5D"/>
                      </a:solidFill>
                      <a:prstDash val="solid"/>
                    </a:lnT>
                    <a:lnB w="14288">
                      <a:solidFill>
                        <a:srgbClr val="A9D9C7"/>
                      </a:solidFill>
                      <a:prstDash val="solid"/>
                    </a:lnB>
                    <a:solidFill>
                      <a:srgbClr val="F2F9F5"/>
                    </a:solidFill>
                  </a:tcPr>
                </a:tc>
                <a:tc>
                  <a:txBody>
                    <a:bodyPr lIns="0" tIns="0" rIns="0" bIns="0" wrap="square"/>
                    <a:lstStyle/>
                    <a:p>
                      <a:pPr marL="0" marR="114300" indent="0" algn="ctr">
                        <a:lnSpc>
                          <a:spcPct val="110000"/>
                        </a:lnSpc>
                        <a:buNone/>
                      </a:pPr>
                      <a:r>
                        <a:rPr sz="1800" b="1" i="0" u="none" strike="noStrike">
                          <a:solidFill>
                            <a:srgbClr val="123B5D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这个学员问题该不该单独做一节课 / </a:t>
                      </a:r>
                      <a:br>
                        <a:rPr sz="1800" b="1" i="0" u="none" strike="noStrike">
                          <a:solidFill>
                            <a:srgbClr val="123B5D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</a:br>
                      <a:r>
                        <a:rPr sz="1800" b="1" i="0" u="none" strike="noStrike">
                          <a:solidFill>
                            <a:srgbClr val="123B5D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这个合作接不接</a:t>
                      </a:r>
                    </a:p>
                  </a:txBody>
                  <a:tcPr marL="95250" marR="95250" marT="76200" marB="76200" anchor="ctr">
                    <a:lnL w="0" cmpd="sng">
                      <a:solidFill>
                        <a:srgbClr val="123B5D"/>
                      </a:solidFill>
                      <a:prstDash val="solid"/>
                    </a:lnL>
                    <a:lnR w="14288">
                      <a:solidFill>
                        <a:srgbClr val="A9D9C7"/>
                      </a:solidFill>
                      <a:prstDash val="solid"/>
                    </a:lnR>
                    <a:lnT w="0" cmpd="sng">
                      <a:solidFill>
                        <a:srgbClr val="123B5D"/>
                      </a:solidFill>
                      <a:prstDash val="solid"/>
                    </a:lnT>
                    <a:lnB w="14288">
                      <a:solidFill>
                        <a:srgbClr val="A9D9C7"/>
                      </a:solidFill>
                      <a:prstDash val="solid"/>
                    </a:lnB>
                    <a:solidFill>
                      <a:srgbClr val="F2F9F5"/>
                    </a:solidFill>
                  </a:tcPr>
                </a:tc>
                <a:tc>
                  <a:txBody>
                    <a:bodyPr lIns="0" tIns="0" rIns="0" bIns="0" wrap="square"/>
                    <a:lstStyle/>
                    <a:p>
                      <a:pPr marL="0" marR="114300" indent="0" algn="ctr">
                        <a:lnSpc>
                          <a:spcPct val="110000"/>
                        </a:lnSpc>
                        <a:buNone/>
                      </a:pPr>
                      <a:r>
                        <a:rPr sz="1800" b="1" i="0" u="none" strike="noStrike">
                          <a:solidFill>
                            <a:srgbClr val="123B5D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群里有人问了个问题、有人来谈分销</a:t>
                      </a:r>
                      <a:endParaRPr sz="1800" b="1">
                        <a:latin typeface="Source Han Sans SC Heavy"/>
                        <a:ea typeface="Source Han Sans SC Heavy"/>
                        <a:cs typeface="Source Han Sans SC Heavy"/>
                        <a:sym typeface="Source Han Sans SC Heavy"/>
                      </a:endParaRPr>
                    </a:p>
                  </a:txBody>
                  <a:tcPr marL="95250" marR="95250" marT="76200" marB="76200" anchor="ctr">
                    <a:lnL w="0" cmpd="sng">
                      <a:solidFill>
                        <a:srgbClr val="123B5D"/>
                      </a:solidFill>
                      <a:prstDash val="solid"/>
                    </a:lnL>
                    <a:lnR w="14288">
                      <a:solidFill>
                        <a:srgbClr val="A9D9C7"/>
                      </a:solidFill>
                      <a:prstDash val="solid"/>
                    </a:lnR>
                    <a:lnT w="0" cmpd="sng">
                      <a:solidFill>
                        <a:srgbClr val="123B5D"/>
                      </a:solidFill>
                      <a:prstDash val="solid"/>
                    </a:lnT>
                    <a:lnB w="14288">
                      <a:solidFill>
                        <a:srgbClr val="A9D9C7"/>
                      </a:solidFill>
                      <a:prstDash val="solid"/>
                    </a:lnB>
                    <a:solidFill>
                      <a:srgbClr val="F2F9F5"/>
                    </a:solidFill>
                  </a:tcPr>
                </a:tc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609600" y="5257800"/>
            <a:ext cx="10972800" cy="838200"/>
          </a:xfrm>
          <a:prstGeom prst="roundRect">
            <a:avLst>
              <a:gd name="adj" fmla="val 13634"/>
            </a:avLst>
          </a:prstGeom>
          <a:solidFill>
            <a:srgbClr val="123B5D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ns3:useLocalDpi val="0"/>
              </a:ext>
              <a:ext uri="{96DAC541-7B7A-43D3-8B79-37D633B846F1}">
                <ns4:svgBlip r:embed="rId3"/>
              </a:ext>
            </a:extLst>
          </a:blip>
          <a:stretch>
            <a:fillRect/>
          </a:stretch>
        </p:blipFill>
        <p:spPr>
          <a:xfrm>
            <a:off x="819150" y="5572125"/>
            <a:ext cx="209550" cy="20955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133475" y="5391150"/>
            <a:ext cx="10239375" cy="5715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58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210" b="1" i="0" u="none" strike="noStrike">
                <a:solidFill>
                  <a:srgbClr val="EAF2F7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还不知道挑什么？翻翻最近的聊天记录——凡是你回过</a:t>
            </a:r>
            <a:r>
              <a:rPr lang="en-US" sz="1210" b="1" i="0" u="none" strike="noStrike">
                <a:solidFill>
                  <a:srgbClr val="D6A84B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"我想想""我再看看""我过两天回复你"</a:t>
            </a:r>
            <a:r>
              <a:rPr lang="en-US" sz="1210" b="1" i="0" u="none" strike="noStrike">
                <a:solidFill>
                  <a:srgbClr val="EAF2F7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的事，大概率就是它。你说"我想想"的时候，心里其实已经有一套标准，只是还没说出来。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1001" name="河图统一页脚Logo"/>
          <p:cNvPicPr>
            <a:picLocks noChangeAspect="1"/>
          </p:cNvPicPr>
          <p:nvPr/>
        </p:nvPicPr>
        <p:blipFill>
          <a:blip r:embed="rId4"/>
          <a:srcRect l="6458" t="22500" r="6510" b="22407"/>
          <a:stretch>
            <a:fillRect/>
          </a:stretch>
        </p:blipFill>
        <p:spPr>
          <a:xfrm>
            <a:off x="609600" y="6315075"/>
            <a:ext cx="914400" cy="323850"/>
          </a:xfrm>
          <a:prstGeom prst="rect">
            <a:avLst/>
          </a:prstGeom>
          <a:ln>
            <a:noFill/>
          </a:ln>
        </p:spPr>
      </p:pic>
      <p:sp>
        <p:nvSpPr>
          <p:cNvPr id="1002" name="河图统一页码"/>
          <p:cNvSpPr>
            <a:spLocks noGrp="1"/>
          </p:cNvSpPr>
          <p:nvPr/>
        </p:nvSpPr>
        <p:spPr>
          <a:xfrm>
            <a:off x="10629900" y="6410325"/>
            <a:ext cx="952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defPPr>
            <a:lvl1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1pPr>
            <a:lvl2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2pPr>
            <a:lvl3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3pPr>
            <a:lvl4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4pPr>
            <a:lvl5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5pPr>
            <a:lvl6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6pPr>
            <a:lvl7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7pPr>
            <a:lvl8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8pPr>
            <a:lvl9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9pPr>
          </a:lstStyle>
          <a:p>
            <a: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rPr>
              <a:t>21 / 27</a:t>
            </a:r>
            <a:endParaRPr sz="1000" b="1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09600" y="4572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18A999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838200" y="428625"/>
            <a:ext cx="4981575" cy="39052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225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升级一步：案例资料夹 + 固定计算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09600" y="1047750"/>
            <a:ext cx="3552825" cy="1104900"/>
          </a:xfrm>
          <a:prstGeom prst="roundRect">
            <a:avLst>
              <a:gd name="adj" fmla="val 1206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81050" y="1219200"/>
            <a:ext cx="3209925" cy="20002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92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310" b="1" i="0" u="none" strike="noStrike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SKILL.md 放规矩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81050" y="1476375"/>
            <a:ext cx="3209925" cy="25717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58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09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硬指标、软判断——这是你的标准。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314825" y="1047750"/>
            <a:ext cx="3562350" cy="1104900"/>
          </a:xfrm>
          <a:prstGeom prst="roundRect">
            <a:avLst>
              <a:gd name="adj" fmla="val 12067"/>
            </a:avLst>
          </a:prstGeom>
          <a:solidFill>
            <a:srgbClr val="EAF2F7">
              <a:alpha val="100000"/>
            </a:srgbClr>
          </a:solidFill>
          <a:ln w="12700" cap="flat" cmpd="sng">
            <a:solidFill>
              <a:srgbClr val="FED7AA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486275" y="1219200"/>
            <a:ext cx="3219450" cy="20002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310" b="1" i="0" u="none" strike="noStrike">
                <a:solidFill>
                  <a:srgbClr val="D6A84B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references 放判过的案例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486275" y="1476375"/>
            <a:ext cx="3219450" cy="50482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58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07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哪年碰上什么、当时怎么定的、后来怎样。每次判断前必读；没有先例就直说，不许编。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029575" y="1047750"/>
            <a:ext cx="3552825" cy="1104900"/>
          </a:xfrm>
          <a:prstGeom prst="roundRect">
            <a:avLst>
              <a:gd name="adj" fmla="val 1206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66D9CC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201025" y="1219200"/>
            <a:ext cx="3209925" cy="20002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310" b="1" i="0" u="none" strike="noStrike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scripts 放固定计算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201025" y="1476375"/>
            <a:ext cx="3209925" cy="25717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58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09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利润、人数、成本、时间——有数字的交给脚本。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graphicFrame>
        <p:nvGraphicFramePr>
          <p:cNvPr id="15" name="Table 15"/>
          <p:cNvGraphicFramePr>
            <a:graphicFrameLocks noGrp="1"/>
          </p:cNvGraphicFramePr>
          <p:nvPr/>
        </p:nvGraphicFramePr>
        <p:xfrm>
          <a:off x="609600" y="2286000"/>
          <a:ext cx="10972800" cy="3248025"/>
        </p:xfrm>
        <a:graphic>
          <a:graphicData uri="http://schemas.openxmlformats.org/drawingml/2006/table">
            <a:tbl>
              <a:tblPr/>
              <a:tblGrid>
                <a:gridCol w="1714500"/>
                <a:gridCol w="4095750"/>
                <a:gridCol w="5162550"/>
              </a:tblGrid>
              <a:tr h="649605">
                <a:tc>
                  <a:txBody>
                    <a:bodyPr lIns="0" tIns="0" rIns="0" bIns="0" wrap="square"/>
                    <a:lstStyle/>
                    <a:p>
                      <a:pPr marL="0" marR="114300" indent="0" algn="ctr">
                        <a:lnSpc>
                          <a:spcPct val="110000"/>
                        </a:lnSpc>
                        <a:buNone/>
                      </a:pPr>
                      <a:r>
                        <a:rPr sz="1850" b="1" i="0" u="none" strike="noStrike">
                          <a:solidFill>
                            <a:srgbClr val="123B5D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你是做什么的</a:t>
                      </a:r>
                      <a:endParaRPr sz="1850" b="1">
                        <a:latin typeface="Source Han Sans SC Heavy"/>
                        <a:ea typeface="Source Han Sans SC Heavy"/>
                        <a:cs typeface="Source Han Sans SC Heavy"/>
                        <a:sym typeface="Source Han Sans SC Heavy"/>
                      </a:endParaRPr>
                    </a:p>
                  </a:txBody>
                  <a:tcPr marL="95250" marR="95250" marT="38100" marB="38100" anchor="ctr">
                    <a:lnL w="14288">
                      <a:solidFill>
                        <a:srgbClr val="A9D9C7"/>
                      </a:solidFill>
                      <a:prstDash val="solid"/>
                    </a:lnL>
                    <a:lnR w="14288">
                      <a:solidFill>
                        <a:srgbClr val="A9D9C7"/>
                      </a:solidFill>
                      <a:prstDash val="solid"/>
                    </a:lnR>
                    <a:lnT w="14288">
                      <a:solidFill>
                        <a:srgbClr val="A9D9C7"/>
                      </a:solidFill>
                      <a:prstDash val="solid"/>
                    </a:lnT>
                    <a:lnB w="14288">
                      <a:solidFill>
                        <a:srgbClr val="A9D9C7"/>
                      </a:solidFill>
                      <a:prstDash val="solid"/>
                    </a:lnB>
                    <a:solidFill>
                      <a:srgbClr val="DDEFE6"/>
                    </a:solidFill>
                  </a:tcPr>
                </a:tc>
                <a:tc>
                  <a:txBody>
                    <a:bodyPr lIns="0" tIns="0" rIns="0" bIns="0" wrap="square"/>
                    <a:lstStyle/>
                    <a:p>
                      <a:pPr marL="0" marR="114300" indent="0" algn="ctr">
                        <a:lnSpc>
                          <a:spcPct val="110000"/>
                        </a:lnSpc>
                        <a:buNone/>
                      </a:pPr>
                      <a:r>
                        <a:rPr sz="1850" b="1" i="0" u="none" strike="noStrike">
                          <a:solidFill>
                            <a:srgbClr val="123B5D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带数字的硬指标长这样</a:t>
                      </a:r>
                      <a:endParaRPr sz="1850" b="1">
                        <a:latin typeface="Source Han Sans SC Heavy"/>
                        <a:ea typeface="Source Han Sans SC Heavy"/>
                        <a:cs typeface="Source Han Sans SC Heavy"/>
                        <a:sym typeface="Source Han Sans SC Heavy"/>
                      </a:endParaRPr>
                    </a:p>
                  </a:txBody>
                  <a:tcPr marL="95250" marR="95250" marT="38100" marB="38100" anchor="ctr">
                    <a:lnL w="0" cmpd="sng">
                      <a:solidFill>
                        <a:srgbClr val="123B5D"/>
                      </a:solidFill>
                      <a:prstDash val="solid"/>
                    </a:lnL>
                    <a:lnR w="14288">
                      <a:solidFill>
                        <a:srgbClr val="A9D9C7"/>
                      </a:solidFill>
                      <a:prstDash val="solid"/>
                    </a:lnR>
                    <a:lnT w="14288">
                      <a:solidFill>
                        <a:srgbClr val="A9D9C7"/>
                      </a:solidFill>
                      <a:prstDash val="solid"/>
                    </a:lnT>
                    <a:lnB w="14288">
                      <a:solidFill>
                        <a:srgbClr val="A9D9C7"/>
                      </a:solidFill>
                      <a:prstDash val="solid"/>
                    </a:lnB>
                    <a:solidFill>
                      <a:srgbClr val="DDEFE6"/>
                    </a:solidFill>
                  </a:tcPr>
                </a:tc>
                <a:tc>
                  <a:txBody>
                    <a:bodyPr lIns="0" tIns="0" rIns="0" bIns="0" wrap="square"/>
                    <a:lstStyle/>
                    <a:p>
                      <a:pPr marL="0" marR="114300" indent="0" algn="ctr">
                        <a:lnSpc>
                          <a:spcPct val="110000"/>
                        </a:lnSpc>
                        <a:buNone/>
                      </a:pPr>
                      <a:r>
                        <a:rPr sz="1850" b="1" i="0" u="none" strike="noStrike">
                          <a:solidFill>
                            <a:srgbClr val="123B5D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怎么算</a:t>
                      </a:r>
                      <a:endParaRPr sz="1850" b="1">
                        <a:latin typeface="Source Han Sans SC Heavy"/>
                        <a:ea typeface="Source Han Sans SC Heavy"/>
                        <a:cs typeface="Source Han Sans SC Heavy"/>
                        <a:sym typeface="Source Han Sans SC Heavy"/>
                      </a:endParaRPr>
                    </a:p>
                  </a:txBody>
                  <a:tcPr marL="95250" marR="95250" marT="38100" marB="38100" anchor="ctr">
                    <a:lnL w="0" cmpd="sng">
                      <a:solidFill>
                        <a:srgbClr val="123B5D"/>
                      </a:solidFill>
                      <a:prstDash val="solid"/>
                    </a:lnL>
                    <a:lnR w="14288">
                      <a:solidFill>
                        <a:srgbClr val="A9D9C7"/>
                      </a:solidFill>
                      <a:prstDash val="solid"/>
                    </a:lnR>
                    <a:lnT w="14288">
                      <a:solidFill>
                        <a:srgbClr val="A9D9C7"/>
                      </a:solidFill>
                      <a:prstDash val="solid"/>
                    </a:lnT>
                    <a:lnB w="14288">
                      <a:solidFill>
                        <a:srgbClr val="A9D9C7"/>
                      </a:solidFill>
                      <a:prstDash val="solid"/>
                    </a:lnB>
                    <a:solidFill>
                      <a:srgbClr val="DDEFE6"/>
                    </a:solidFill>
                  </a:tcPr>
                </a:tc>
              </a:tr>
              <a:tr h="649605">
                <a:tc>
                  <a:txBody>
                    <a:bodyPr lIns="0" tIns="0" rIns="0" bIns="0" wrap="square"/>
                    <a:lstStyle/>
                    <a:p>
                      <a:pPr marL="0" marR="114300" indent="0" algn="ctr">
                        <a:lnSpc>
                          <a:spcPct val="110000"/>
                        </a:lnSpc>
                        <a:buNone/>
                      </a:pPr>
                      <a:r>
                        <a:rPr sz="1800" b="1" i="0" u="none" strike="noStrike">
                          <a:solidFill>
                            <a:srgbClr val="168477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卖货的</a:t>
                      </a:r>
                      <a:endParaRPr sz="1800" b="1">
                        <a:latin typeface="Source Han Sans SC Heavy"/>
                        <a:ea typeface="Source Han Sans SC Heavy"/>
                        <a:cs typeface="Source Han Sans SC Heavy"/>
                        <a:sym typeface="Source Han Sans SC Heavy"/>
                      </a:endParaRPr>
                    </a:p>
                  </a:txBody>
                  <a:tcPr marL="95250" marR="95250" marT="38100" marB="38100" anchor="ctr">
                    <a:lnL w="14288">
                      <a:solidFill>
                        <a:srgbClr val="A9D9C7"/>
                      </a:solidFill>
                      <a:prstDash val="solid"/>
                    </a:lnL>
                    <a:lnR w="14288">
                      <a:solidFill>
                        <a:srgbClr val="A9D9C7"/>
                      </a:solidFill>
                      <a:prstDash val="solid"/>
                    </a:lnR>
                    <a:lnT w="0" cmpd="sng">
                      <a:solidFill>
                        <a:srgbClr val="123B5D"/>
                      </a:solidFill>
                      <a:prstDash val="solid"/>
                    </a:lnT>
                    <a:lnB w="14288">
                      <a:solidFill>
                        <a:srgbClr val="A9D9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wrap="square"/>
                    <a:lstStyle/>
                    <a:p>
                      <a:pPr marL="0" marR="114300" indent="0" algn="ctr">
                        <a:lnSpc>
                          <a:spcPct val="110000"/>
                        </a:lnSpc>
                        <a:buNone/>
                      </a:pPr>
                      <a:r>
                        <a:rPr sz="1800" b="1" i="0" u="none" strike="noStrike">
                          <a:solidFill>
                            <a:srgbClr val="123B5D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一件落不到 8 块不做</a:t>
                      </a:r>
                      <a:endParaRPr sz="1800" b="1">
                        <a:latin typeface="Source Han Sans SC Heavy"/>
                        <a:ea typeface="Source Han Sans SC Heavy"/>
                        <a:cs typeface="Source Han Sans SC Heavy"/>
                        <a:sym typeface="Source Han Sans SC Heavy"/>
                      </a:endParaRPr>
                    </a:p>
                  </a:txBody>
                  <a:tcPr marL="95250" marR="95250" marT="38100" marB="38100" anchor="ctr">
                    <a:lnL w="0" cmpd="sng">
                      <a:solidFill>
                        <a:srgbClr val="123B5D"/>
                      </a:solidFill>
                      <a:prstDash val="solid"/>
                    </a:lnL>
                    <a:lnR w="14288">
                      <a:solidFill>
                        <a:srgbClr val="A9D9C7"/>
                      </a:solidFill>
                      <a:prstDash val="solid"/>
                    </a:lnR>
                    <a:lnT w="0" cmpd="sng">
                      <a:solidFill>
                        <a:srgbClr val="123B5D"/>
                      </a:solidFill>
                      <a:prstDash val="solid"/>
                    </a:lnT>
                    <a:lnB w="14288">
                      <a:solidFill>
                        <a:srgbClr val="A9D9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wrap="square"/>
                    <a:lstStyle/>
                    <a:p>
                      <a:pPr marL="0" marR="114300" indent="0" algn="ctr">
                        <a:lnSpc>
                          <a:spcPct val="110000"/>
                        </a:lnSpc>
                        <a:buNone/>
                      </a:pPr>
                      <a:r>
                        <a:rPr sz="1800" b="1" i="0" u="none" strike="noStrike">
                          <a:solidFill>
                            <a:srgbClr val="123B5D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落多少 = 售价 − 进价 − 运费</a:t>
                      </a:r>
                      <a:endParaRPr sz="1800" b="1">
                        <a:latin typeface="Source Han Sans SC Heavy"/>
                        <a:ea typeface="Source Han Sans SC Heavy"/>
                        <a:cs typeface="Source Han Sans SC Heavy"/>
                        <a:sym typeface="Source Han Sans SC Heavy"/>
                      </a:endParaRPr>
                    </a:p>
                  </a:txBody>
                  <a:tcPr marL="95250" marR="95250" marT="38100" marB="38100" anchor="ctr">
                    <a:lnL w="0" cmpd="sng">
                      <a:solidFill>
                        <a:srgbClr val="123B5D"/>
                      </a:solidFill>
                      <a:prstDash val="solid"/>
                    </a:lnL>
                    <a:lnR w="14288">
                      <a:solidFill>
                        <a:srgbClr val="A9D9C7"/>
                      </a:solidFill>
                      <a:prstDash val="solid"/>
                    </a:lnR>
                    <a:lnT w="0" cmpd="sng">
                      <a:solidFill>
                        <a:srgbClr val="123B5D"/>
                      </a:solidFill>
                      <a:prstDash val="solid"/>
                    </a:lnT>
                    <a:lnB w="14288">
                      <a:solidFill>
                        <a:srgbClr val="A9D9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9605">
                <a:tc>
                  <a:txBody>
                    <a:bodyPr lIns="0" tIns="0" rIns="0" bIns="0" wrap="square"/>
                    <a:lstStyle/>
                    <a:p>
                      <a:pPr marL="0" marR="114300" indent="0" algn="ctr">
                        <a:lnSpc>
                          <a:spcPct val="110000"/>
                        </a:lnSpc>
                        <a:buNone/>
                      </a:pPr>
                      <a:r>
                        <a:rPr sz="1800" b="1" i="0" u="none" strike="noStrike">
                          <a:solidFill>
                            <a:srgbClr val="168477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开店的</a:t>
                      </a:r>
                      <a:endParaRPr sz="1800" b="1">
                        <a:latin typeface="Source Han Sans SC Heavy"/>
                        <a:ea typeface="Source Han Sans SC Heavy"/>
                        <a:cs typeface="Source Han Sans SC Heavy"/>
                        <a:sym typeface="Source Han Sans SC Heavy"/>
                      </a:endParaRPr>
                    </a:p>
                  </a:txBody>
                  <a:tcPr marL="95250" marR="95250" marT="38100" marB="38100" anchor="ctr">
                    <a:lnL w="14288">
                      <a:solidFill>
                        <a:srgbClr val="A9D9C7"/>
                      </a:solidFill>
                      <a:prstDash val="solid"/>
                    </a:lnL>
                    <a:lnR w="14288">
                      <a:solidFill>
                        <a:srgbClr val="A9D9C7"/>
                      </a:solidFill>
                      <a:prstDash val="solid"/>
                    </a:lnR>
                    <a:lnT w="0" cmpd="sng">
                      <a:solidFill>
                        <a:srgbClr val="123B5D"/>
                      </a:solidFill>
                      <a:prstDash val="solid"/>
                    </a:lnT>
                    <a:lnB w="14288">
                      <a:solidFill>
                        <a:srgbClr val="A9D9C7"/>
                      </a:solidFill>
                      <a:prstDash val="solid"/>
                    </a:lnB>
                    <a:solidFill>
                      <a:srgbClr val="F2F9F5"/>
                    </a:solidFill>
                  </a:tcPr>
                </a:tc>
                <a:tc>
                  <a:txBody>
                    <a:bodyPr lIns="0" tIns="0" rIns="0" bIns="0" wrap="square"/>
                    <a:lstStyle/>
                    <a:p>
                      <a:pPr marL="0" marR="114300" indent="0" algn="ctr">
                        <a:lnSpc>
                          <a:spcPct val="110000"/>
                        </a:lnSpc>
                        <a:buNone/>
                      </a:pPr>
                      <a:r>
                        <a:rPr sz="1800" b="1" i="0" u="none" strike="noStrike">
                          <a:solidFill>
                            <a:srgbClr val="123B5D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活动摊到每个客人头上超过 3 块不做</a:t>
                      </a:r>
                      <a:endParaRPr sz="1800" b="1">
                        <a:latin typeface="Source Han Sans SC Heavy"/>
                        <a:ea typeface="Source Han Sans SC Heavy"/>
                        <a:cs typeface="Source Han Sans SC Heavy"/>
                        <a:sym typeface="Source Han Sans SC Heavy"/>
                      </a:endParaRPr>
                    </a:p>
                  </a:txBody>
                  <a:tcPr marL="95250" marR="95250" marT="38100" marB="38100" anchor="ctr">
                    <a:lnL w="0" cmpd="sng">
                      <a:solidFill>
                        <a:srgbClr val="123B5D"/>
                      </a:solidFill>
                      <a:prstDash val="solid"/>
                    </a:lnL>
                    <a:lnR w="14288">
                      <a:solidFill>
                        <a:srgbClr val="A9D9C7"/>
                      </a:solidFill>
                      <a:prstDash val="solid"/>
                    </a:lnR>
                    <a:lnT w="0" cmpd="sng">
                      <a:solidFill>
                        <a:srgbClr val="123B5D"/>
                      </a:solidFill>
                      <a:prstDash val="solid"/>
                    </a:lnT>
                    <a:lnB w="14288">
                      <a:solidFill>
                        <a:srgbClr val="A9D9C7"/>
                      </a:solidFill>
                      <a:prstDash val="solid"/>
                    </a:lnB>
                    <a:solidFill>
                      <a:srgbClr val="F2F9F5"/>
                    </a:solidFill>
                  </a:tcPr>
                </a:tc>
                <a:tc>
                  <a:txBody>
                    <a:bodyPr lIns="0" tIns="0" rIns="0" bIns="0" wrap="square"/>
                    <a:lstStyle/>
                    <a:p>
                      <a:pPr marL="0" marR="114300" indent="0" algn="ctr">
                        <a:lnSpc>
                          <a:spcPct val="110000"/>
                        </a:lnSpc>
                        <a:buNone/>
                      </a:pPr>
                      <a:r>
                        <a:rPr sz="1800" b="1" i="0" u="none" strike="noStrike">
                          <a:solidFill>
                            <a:srgbClr val="123B5D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摊多少 = 活动总花费 ÷ 预计来的客人数</a:t>
                      </a:r>
                      <a:endParaRPr sz="1800" b="1">
                        <a:latin typeface="Source Han Sans SC Heavy"/>
                        <a:ea typeface="Source Han Sans SC Heavy"/>
                        <a:cs typeface="Source Han Sans SC Heavy"/>
                        <a:sym typeface="Source Han Sans SC Heavy"/>
                      </a:endParaRPr>
                    </a:p>
                  </a:txBody>
                  <a:tcPr marL="95250" marR="95250" marT="38100" marB="38100" anchor="ctr">
                    <a:lnL w="0" cmpd="sng">
                      <a:solidFill>
                        <a:srgbClr val="123B5D"/>
                      </a:solidFill>
                      <a:prstDash val="solid"/>
                    </a:lnL>
                    <a:lnR w="14288">
                      <a:solidFill>
                        <a:srgbClr val="A9D9C7"/>
                      </a:solidFill>
                      <a:prstDash val="solid"/>
                    </a:lnR>
                    <a:lnT w="0" cmpd="sng">
                      <a:solidFill>
                        <a:srgbClr val="123B5D"/>
                      </a:solidFill>
                      <a:prstDash val="solid"/>
                    </a:lnT>
                    <a:lnB w="14288">
                      <a:solidFill>
                        <a:srgbClr val="A9D9C7"/>
                      </a:solidFill>
                      <a:prstDash val="solid"/>
                    </a:lnB>
                    <a:solidFill>
                      <a:srgbClr val="F2F9F5"/>
                    </a:solidFill>
                  </a:tcPr>
                </a:tc>
              </a:tr>
              <a:tr h="649605">
                <a:tc>
                  <a:txBody>
                    <a:bodyPr lIns="0" tIns="0" rIns="0" bIns="0" wrap="square"/>
                    <a:lstStyle/>
                    <a:p>
                      <a:pPr marL="0" marR="114300" indent="0" algn="ctr">
                        <a:lnSpc>
                          <a:spcPct val="110000"/>
                        </a:lnSpc>
                        <a:buNone/>
                      </a:pPr>
                      <a:r>
                        <a:rPr sz="1800" b="1" i="0" u="none" strike="noStrike">
                          <a:solidFill>
                            <a:srgbClr val="168477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上班的</a:t>
                      </a:r>
                      <a:endParaRPr sz="1800" b="1">
                        <a:latin typeface="Source Han Sans SC Heavy"/>
                        <a:ea typeface="Source Han Sans SC Heavy"/>
                        <a:cs typeface="Source Han Sans SC Heavy"/>
                        <a:sym typeface="Source Han Sans SC Heavy"/>
                      </a:endParaRPr>
                    </a:p>
                  </a:txBody>
                  <a:tcPr marL="95250" marR="95250" marT="38100" marB="38100" anchor="ctr">
                    <a:lnL w="14288">
                      <a:solidFill>
                        <a:srgbClr val="A9D9C7"/>
                      </a:solidFill>
                      <a:prstDash val="solid"/>
                    </a:lnL>
                    <a:lnR w="14288">
                      <a:solidFill>
                        <a:srgbClr val="A9D9C7"/>
                      </a:solidFill>
                      <a:prstDash val="solid"/>
                    </a:lnR>
                    <a:lnT w="0" cmpd="sng">
                      <a:solidFill>
                        <a:srgbClr val="123B5D"/>
                      </a:solidFill>
                      <a:prstDash val="solid"/>
                    </a:lnT>
                    <a:lnB w="14288">
                      <a:solidFill>
                        <a:srgbClr val="A9D9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wrap="square"/>
                    <a:lstStyle/>
                    <a:p>
                      <a:pPr marL="0" marR="114300" indent="0" algn="ctr">
                        <a:lnSpc>
                          <a:spcPct val="110000"/>
                        </a:lnSpc>
                        <a:buNone/>
                      </a:pPr>
                      <a:r>
                        <a:rPr sz="1800" b="1" i="0" u="none" strike="noStrike">
                          <a:solidFill>
                            <a:srgbClr val="123B5D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要占我超过 3 天的活不接</a:t>
                      </a:r>
                      <a:endParaRPr sz="1800" b="1">
                        <a:latin typeface="Source Han Sans SC Heavy"/>
                        <a:ea typeface="Source Han Sans SC Heavy"/>
                        <a:cs typeface="Source Han Sans SC Heavy"/>
                        <a:sym typeface="Source Han Sans SC Heavy"/>
                      </a:endParaRPr>
                    </a:p>
                  </a:txBody>
                  <a:tcPr marL="95250" marR="95250" marT="38100" marB="38100" anchor="ctr">
                    <a:lnL w="0" cmpd="sng">
                      <a:solidFill>
                        <a:srgbClr val="123B5D"/>
                      </a:solidFill>
                      <a:prstDash val="solid"/>
                    </a:lnL>
                    <a:lnR w="14288">
                      <a:solidFill>
                        <a:srgbClr val="A9D9C7"/>
                      </a:solidFill>
                      <a:prstDash val="solid"/>
                    </a:lnR>
                    <a:lnT w="0" cmpd="sng">
                      <a:solidFill>
                        <a:srgbClr val="123B5D"/>
                      </a:solidFill>
                      <a:prstDash val="solid"/>
                    </a:lnT>
                    <a:lnB w="14288">
                      <a:solidFill>
                        <a:srgbClr val="A9D9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 wrap="square"/>
                    <a:lstStyle/>
                    <a:p>
                      <a:pPr marL="0" marR="114300" indent="0" algn="ctr">
                        <a:lnSpc>
                          <a:spcPct val="110000"/>
                        </a:lnSpc>
                        <a:buNone/>
                      </a:pPr>
                      <a:r>
                        <a:rPr sz="1800" b="1" i="0" u="none" strike="noStrike">
                          <a:solidFill>
                            <a:srgbClr val="123B5D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占几天 = 拆成几件小事，</a:t>
                      </a:r>
                      <a:br>
                        <a:rPr sz="1800" b="1" i="0" u="none" strike="noStrike">
                          <a:solidFill>
                            <a:srgbClr val="123B5D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</a:br>
                      <a:r>
                        <a:rPr sz="1800" b="1" i="0" u="none" strike="noStrike">
                          <a:solidFill>
                            <a:srgbClr val="123B5D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每件几个钟头，加起来</a:t>
                      </a:r>
                    </a:p>
                  </a:txBody>
                  <a:tcPr marL="95250" marR="95250" marT="38100" marB="38100" anchor="ctr">
                    <a:lnL w="0" cmpd="sng">
                      <a:solidFill>
                        <a:srgbClr val="123B5D"/>
                      </a:solidFill>
                      <a:prstDash val="solid"/>
                    </a:lnL>
                    <a:lnR w="14288">
                      <a:solidFill>
                        <a:srgbClr val="A9D9C7"/>
                      </a:solidFill>
                      <a:prstDash val="solid"/>
                    </a:lnR>
                    <a:lnT w="0" cmpd="sng">
                      <a:solidFill>
                        <a:srgbClr val="123B5D"/>
                      </a:solidFill>
                      <a:prstDash val="solid"/>
                    </a:lnT>
                    <a:lnB w="14288">
                      <a:solidFill>
                        <a:srgbClr val="A9D9C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9605">
                <a:tc>
                  <a:txBody>
                    <a:bodyPr lIns="0" tIns="0" rIns="0" bIns="0" wrap="square"/>
                    <a:lstStyle/>
                    <a:p>
                      <a:pPr marL="0" marR="114300" indent="0" algn="ctr">
                        <a:lnSpc>
                          <a:spcPct val="110000"/>
                        </a:lnSpc>
                        <a:buNone/>
                      </a:pPr>
                      <a:r>
                        <a:rPr sz="1800" b="1" i="0" u="none" strike="noStrike">
                          <a:solidFill>
                            <a:srgbClr val="168477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做知识付费的</a:t>
                      </a:r>
                      <a:endParaRPr sz="1800" b="1">
                        <a:latin typeface="Source Han Sans SC Heavy"/>
                        <a:ea typeface="Source Han Sans SC Heavy"/>
                        <a:cs typeface="Source Han Sans SC Heavy"/>
                        <a:sym typeface="Source Han Sans SC Heavy"/>
                      </a:endParaRPr>
                    </a:p>
                  </a:txBody>
                  <a:tcPr marL="95250" marR="95250" marT="38100" marB="38100" anchor="ctr">
                    <a:lnL w="14288">
                      <a:solidFill>
                        <a:srgbClr val="A9D9C7"/>
                      </a:solidFill>
                      <a:prstDash val="solid"/>
                    </a:lnL>
                    <a:lnR w="14288">
                      <a:solidFill>
                        <a:srgbClr val="A9D9C7"/>
                      </a:solidFill>
                      <a:prstDash val="solid"/>
                    </a:lnR>
                    <a:lnT w="0" cmpd="sng">
                      <a:solidFill>
                        <a:srgbClr val="123B5D"/>
                      </a:solidFill>
                      <a:prstDash val="solid"/>
                    </a:lnT>
                    <a:lnB w="14288">
                      <a:solidFill>
                        <a:srgbClr val="A9D9C7"/>
                      </a:solidFill>
                      <a:prstDash val="solid"/>
                    </a:lnB>
                    <a:solidFill>
                      <a:srgbClr val="F2F9F5"/>
                    </a:solidFill>
                  </a:tcPr>
                </a:tc>
                <a:tc>
                  <a:txBody>
                    <a:bodyPr lIns="0" tIns="0" rIns="0" bIns="0" wrap="square"/>
                    <a:lstStyle/>
                    <a:p>
                      <a:pPr marL="0" marR="114300" indent="0" algn="ctr">
                        <a:lnSpc>
                          <a:spcPct val="110000"/>
                        </a:lnSpc>
                        <a:buNone/>
                      </a:pPr>
                      <a:r>
                        <a:rPr sz="1800" b="1" i="0" u="none" strike="noStrike">
                          <a:solidFill>
                            <a:srgbClr val="123B5D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问的人不到 10 个不单独做课</a:t>
                      </a:r>
                      <a:endParaRPr sz="1800" b="1">
                        <a:latin typeface="Source Han Sans SC Heavy"/>
                        <a:ea typeface="Source Han Sans SC Heavy"/>
                        <a:cs typeface="Source Han Sans SC Heavy"/>
                        <a:sym typeface="Source Han Sans SC Heavy"/>
                      </a:endParaRPr>
                    </a:p>
                  </a:txBody>
                  <a:tcPr marL="95250" marR="95250" marT="38100" marB="38100" anchor="ctr">
                    <a:lnL w="0" cmpd="sng">
                      <a:solidFill>
                        <a:srgbClr val="123B5D"/>
                      </a:solidFill>
                      <a:prstDash val="solid"/>
                    </a:lnL>
                    <a:lnR w="14288">
                      <a:solidFill>
                        <a:srgbClr val="A9D9C7"/>
                      </a:solidFill>
                      <a:prstDash val="solid"/>
                    </a:lnR>
                    <a:lnT w="0" cmpd="sng">
                      <a:solidFill>
                        <a:srgbClr val="123B5D"/>
                      </a:solidFill>
                      <a:prstDash val="solid"/>
                    </a:lnT>
                    <a:lnB w="14288">
                      <a:solidFill>
                        <a:srgbClr val="A9D9C7"/>
                      </a:solidFill>
                      <a:prstDash val="solid"/>
                    </a:lnB>
                    <a:solidFill>
                      <a:srgbClr val="F2F9F5"/>
                    </a:solidFill>
                  </a:tcPr>
                </a:tc>
                <a:tc>
                  <a:txBody>
                    <a:bodyPr lIns="0" tIns="0" rIns="0" bIns="0" wrap="square"/>
                    <a:lstStyle/>
                    <a:p>
                      <a:pPr marL="0" marR="114300" indent="0" algn="ctr">
                        <a:lnSpc>
                          <a:spcPct val="110000"/>
                        </a:lnSpc>
                        <a:buNone/>
                      </a:pPr>
                      <a:r>
                        <a:rPr sz="1800" b="1" i="0" u="none" strike="noStrike">
                          <a:solidFill>
                            <a:srgbClr val="123B5D"/>
                          </a:solidFill>
                          <a:latin typeface="Source Han Sans SC Heavy"/>
                          <a:ea typeface="Source Han Sans SC Heavy"/>
                          <a:cs typeface="Source Han Sans SC Heavy"/>
                          <a:sym typeface="Source Han Sans SC Heavy"/>
                        </a:rPr>
                        <a:t>数一数：群里问过这问题的有几个人</a:t>
                      </a:r>
                      <a:endParaRPr sz="1800" b="1">
                        <a:latin typeface="Source Han Sans SC Heavy"/>
                        <a:ea typeface="Source Han Sans SC Heavy"/>
                        <a:cs typeface="Source Han Sans SC Heavy"/>
                        <a:sym typeface="Source Han Sans SC Heavy"/>
                      </a:endParaRPr>
                    </a:p>
                  </a:txBody>
                  <a:tcPr marL="95250" marR="95250" marT="38100" marB="38100" anchor="ctr">
                    <a:lnL w="0" cmpd="sng">
                      <a:solidFill>
                        <a:srgbClr val="123B5D"/>
                      </a:solidFill>
                      <a:prstDash val="solid"/>
                    </a:lnL>
                    <a:lnR w="14288">
                      <a:solidFill>
                        <a:srgbClr val="A9D9C7"/>
                      </a:solidFill>
                      <a:prstDash val="solid"/>
                    </a:lnR>
                    <a:lnT w="0" cmpd="sng">
                      <a:solidFill>
                        <a:srgbClr val="123B5D"/>
                      </a:solidFill>
                      <a:prstDash val="solid"/>
                    </a:lnT>
                    <a:lnB w="14288">
                      <a:solidFill>
                        <a:srgbClr val="A9D9C7"/>
                      </a:solidFill>
                      <a:prstDash val="solid"/>
                    </a:lnB>
                    <a:solidFill>
                      <a:srgbClr val="F2F9F5"/>
                    </a:solidFill>
                  </a:tcPr>
                </a:tc>
              </a:tr>
            </a:tbl>
          </a:graphicData>
        </a:graphic>
      </p:graphicFrame>
      <p:sp>
        <p:nvSpPr>
          <p:cNvPr id="16" name="AutoShape 16"/>
          <p:cNvSpPr/>
          <p:nvPr/>
        </p:nvSpPr>
        <p:spPr>
          <a:xfrm>
            <a:off x="609600" y="5667375"/>
            <a:ext cx="10972800" cy="428625"/>
          </a:xfrm>
          <a:prstGeom prst="roundRect">
            <a:avLst>
              <a:gd name="adj" fmla="val 26667"/>
            </a:avLst>
          </a:prstGeom>
          <a:solidFill>
            <a:srgbClr val="123B5D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19150" y="5781675"/>
            <a:ext cx="10553700" cy="20002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310" b="1" i="0" u="none" strike="noStrike">
                <a:solidFill>
                  <a:srgbClr val="D6A84B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"标准是死的，判过的事是活的。每拿一次主意、每栽一次跟头，都往资料夹里加一条——这个 Skill 就越用越准。"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1001" name="河图统一页脚Logo"/>
          <p:cNvPicPr>
            <a:picLocks noChangeAspect="1"/>
          </p:cNvPicPr>
          <p:nvPr/>
        </p:nvPicPr>
        <p:blipFill>
          <a:blip r:embed="rId2"/>
          <a:srcRect l="6458" t="22500" r="6510" b="22407"/>
          <a:stretch>
            <a:fillRect/>
          </a:stretch>
        </p:blipFill>
        <p:spPr>
          <a:xfrm>
            <a:off x="609600" y="6315075"/>
            <a:ext cx="914400" cy="323850"/>
          </a:xfrm>
          <a:prstGeom prst="rect">
            <a:avLst/>
          </a:prstGeom>
          <a:ln>
            <a:noFill/>
          </a:ln>
        </p:spPr>
      </p:pic>
      <p:sp>
        <p:nvSpPr>
          <p:cNvPr id="1002" name="河图统一页码"/>
          <p:cNvSpPr>
            <a:spLocks noGrp="1"/>
          </p:cNvSpPr>
          <p:nvPr/>
        </p:nvSpPr>
        <p:spPr>
          <a:xfrm>
            <a:off x="10629900" y="6410325"/>
            <a:ext cx="952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defPPr>
            <a:lvl1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1pPr>
            <a:lvl2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2pPr>
            <a:lvl3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3pPr>
            <a:lvl4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4pPr>
            <a:lvl5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5pPr>
            <a:lvl6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6pPr>
            <a:lvl7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7pPr>
            <a:lvl8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8pPr>
            <a:lvl9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9pPr>
          </a:lstStyle>
          <a:p>
            <a: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rPr>
              <a:t>22 / 27</a:t>
            </a:r>
            <a:endParaRPr sz="1000" b="1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09600" y="4572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D6A84B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838200" y="428625"/>
            <a:ext cx="3562350" cy="39052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225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验证：看理由，不看结论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09600" y="1181100"/>
            <a:ext cx="4953000" cy="1409700"/>
          </a:xfrm>
          <a:prstGeom prst="roundRect">
            <a:avLst>
              <a:gd name="adj" fmla="val 791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AF2F7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81050" y="1390650"/>
            <a:ext cx="590550" cy="200025"/>
          </a:xfrm>
          <a:prstGeom prst="roundRect">
            <a:avLst>
              <a:gd name="adj" fmla="val 38093"/>
            </a:avLst>
          </a:prstGeom>
          <a:solidFill>
            <a:srgbClr val="18A999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876300" y="1409700"/>
            <a:ext cx="400050" cy="16192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sz="12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200" b="1" i="0" u="none" strike="noStrike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第一步</a:t>
            </a:r>
            <a:endParaRPr lang="en-US" sz="12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447800" y="1390650"/>
            <a:ext cx="3429000" cy="2857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sz="16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6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新开一个对话</a:t>
            </a:r>
            <a:endParaRPr lang="en-US" sz="16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81050" y="1809750"/>
            <a:ext cx="4610100" cy="6286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 sz="135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35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不要继续采访那一轮——AI 已记住你说过的话，继续测只是"背下来"，不是"学会了"。</a:t>
            </a:r>
            <a:endParaRPr lang="en-US" sz="135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09600" y="2762250"/>
            <a:ext cx="4953000" cy="1409700"/>
          </a:xfrm>
          <a:prstGeom prst="roundRect">
            <a:avLst>
              <a:gd name="adj" fmla="val 921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AF2F7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81050" y="2971800"/>
            <a:ext cx="590550" cy="200025"/>
          </a:xfrm>
          <a:prstGeom prst="roundRect">
            <a:avLst>
              <a:gd name="adj" fmla="val 38093"/>
            </a:avLst>
          </a:prstGeom>
          <a:solidFill>
            <a:srgbClr val="18A999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76300" y="2990850"/>
            <a:ext cx="400050" cy="16192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sz="12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200" b="1" i="0" u="none" strike="noStrike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第二步</a:t>
            </a:r>
            <a:endParaRPr lang="en-US" sz="12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1447800" y="2971800"/>
            <a:ext cx="3429000" cy="2857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sz="16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6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不说你的倾向</a:t>
            </a:r>
            <a:endParaRPr lang="en-US" sz="16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81050" y="3390900"/>
            <a:ext cx="4610100" cy="6286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 sz="135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35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只把"我在纠结什么"发给它：用【你的 skill 名】判一下这个，给结论和理由。</a:t>
            </a:r>
            <a:endParaRPr lang="en-US" sz="135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09600" y="4343400"/>
            <a:ext cx="4953000" cy="1409700"/>
          </a:xfrm>
          <a:prstGeom prst="roundRect">
            <a:avLst>
              <a:gd name="adj" fmla="val 791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81050" y="4552950"/>
            <a:ext cx="590550" cy="200025"/>
          </a:xfrm>
          <a:prstGeom prst="roundRect">
            <a:avLst>
              <a:gd name="adj" fmla="val 38093"/>
            </a:avLst>
          </a:prstGeom>
          <a:solidFill>
            <a:srgbClr val="18A999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876300" y="4572000"/>
            <a:ext cx="400050" cy="16192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sz="12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200" b="1" i="0" u="none" strike="noStrike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第三步</a:t>
            </a:r>
            <a:endParaRPr lang="en-US" sz="12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1447800" y="4552950"/>
            <a:ext cx="3429000" cy="2857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sz="16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6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逐条对理由</a:t>
            </a:r>
            <a:endParaRPr lang="en-US" sz="16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781050" y="4972050"/>
            <a:ext cx="4610100" cy="6286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 sz="135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35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调出 SKILL.md，把 AI 给的每条理由，对着三节找对应：硬指标 / 软判断 / 我踩过的坑。</a:t>
            </a:r>
            <a:endParaRPr lang="en-US" sz="135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5772150" y="1181100"/>
            <a:ext cx="5810250" cy="3352800"/>
          </a:xfrm>
          <a:prstGeom prst="roundRect">
            <a:avLst>
              <a:gd name="adj" fmla="val 3181"/>
            </a:avLst>
          </a:prstGeom>
          <a:solidFill>
            <a:srgbClr val="123B5D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5962650" y="1409700"/>
            <a:ext cx="5429250" cy="20002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sz="17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700" b="1" i="0" u="none" strike="noStrike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记分规则</a:t>
            </a:r>
            <a:endParaRPr lang="en-US" sz="17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5962650" y="1924050"/>
            <a:ext cx="5429250" cy="4000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58000"/>
              </a:lnSpc>
              <a:defRPr sz="135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350" b="1" i="0" u="none" strike="noStrike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✅ 记 1 条</a:t>
            </a:r>
            <a:r>
              <a:rPr lang="en-US" sz="1350" b="1" i="0" u="none" strike="noStrike">
                <a:solidFill>
                  <a:srgbClr val="EAF2F7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　能在三节里找到对应标准（哪怕换了种表达）</a:t>
            </a:r>
            <a:endParaRPr lang="en-US" sz="135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5962650" y="2419350"/>
            <a:ext cx="5429250" cy="4000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58000"/>
              </a:lnSpc>
              <a:defRPr sz="135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350" b="1" i="0" u="none" strike="noStrike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❌ 不算</a:t>
            </a:r>
            <a:r>
              <a:rPr lang="en-US" sz="1350" b="1" i="0" u="none" strike="noStrike">
                <a:solidFill>
                  <a:srgbClr val="EAF2F7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　"建议综合评估市场需求"这类通用道理</a:t>
            </a:r>
            <a:endParaRPr lang="en-US" sz="135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5962650" y="2914650"/>
            <a:ext cx="5429250" cy="4000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58000"/>
              </a:lnSpc>
              <a:defRPr sz="135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350" b="1" i="0" u="none" strike="noStrike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❌ 不算</a:t>
            </a:r>
            <a:r>
              <a:rPr lang="en-US" sz="1350" b="1" i="0" u="none" strike="noStrike">
                <a:solidFill>
                  <a:srgbClr val="EAF2F7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　只是把你题目里的内容重新说一遍</a:t>
            </a:r>
            <a:endParaRPr lang="en-US" sz="135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5962650" y="3562350"/>
            <a:ext cx="5429250" cy="609600"/>
          </a:xfrm>
          <a:prstGeom prst="roundRect">
            <a:avLst>
              <a:gd name="adj" fmla="val 24390"/>
            </a:avLst>
          </a:prstGeom>
          <a:solidFill>
            <a:srgbClr val="D6A84B">
              <a:alpha val="15000"/>
            </a:srgbClr>
          </a:solidFill>
          <a:ln w="12700" cap="flat" cmpd="sng">
            <a:solidFill>
              <a:srgbClr val="D6A84B">
                <a:alpha val="4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6096000" y="3695700"/>
            <a:ext cx="5162550" cy="381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defRPr sz="15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500" b="1" i="0" u="none" strike="noStrike">
                <a:solidFill>
                  <a:srgbClr val="D6A84B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对上 ≥ 2 条 = 它在按你的标准判，不是临场发挥</a:t>
            </a:r>
            <a:endParaRPr lang="en-US" sz="15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5772150" y="4762500"/>
            <a:ext cx="5810250" cy="990600"/>
          </a:xfrm>
          <a:prstGeom prst="roundRect">
            <a:avLst>
              <a:gd name="adj" fmla="val 1538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AF2F7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5943600" y="4933950"/>
            <a:ext cx="5467350" cy="6858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 sz="13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3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再观察两点：</a:t>
            </a:r>
            <a:r>
              <a:rPr lang="en-US" sz="13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① 有没有说到你真正纠结的地方（比如"来的都是薅羊毛的客户"）；② 有没有提醒你一个自己没想到的角度——那是这一关最有价值的收获。</a:t>
            </a:r>
            <a:endParaRPr lang="en-US" sz="13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1001" name="河图统一页脚Logo"/>
          <p:cNvPicPr>
            <a:picLocks noChangeAspect="1"/>
          </p:cNvPicPr>
          <p:nvPr/>
        </p:nvPicPr>
        <p:blipFill>
          <a:blip r:embed="rId2"/>
          <a:srcRect l="6458" t="22500" r="6510" b="22407"/>
          <a:stretch>
            <a:fillRect/>
          </a:stretch>
        </p:blipFill>
        <p:spPr>
          <a:xfrm>
            <a:off x="609600" y="6315075"/>
            <a:ext cx="914400" cy="323850"/>
          </a:xfrm>
          <a:prstGeom prst="rect">
            <a:avLst/>
          </a:prstGeom>
          <a:ln>
            <a:noFill/>
          </a:ln>
        </p:spPr>
      </p:pic>
      <p:sp>
        <p:nvSpPr>
          <p:cNvPr id="1002" name="河图统一页码"/>
          <p:cNvSpPr>
            <a:spLocks noGrp="1"/>
          </p:cNvSpPr>
          <p:nvPr/>
        </p:nvSpPr>
        <p:spPr>
          <a:xfrm>
            <a:off x="10629900" y="6410325"/>
            <a:ext cx="952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defPPr>
            <a:lvl1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1pPr>
            <a:lvl2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2pPr>
            <a:lvl3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3pPr>
            <a:lvl4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4pPr>
            <a:lvl5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5pPr>
            <a:lvl6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6pPr>
            <a:lvl7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7pPr>
            <a:lvl8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8pPr>
            <a:lvl9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9pPr>
          </a:lstStyle>
          <a:p>
            <a: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rPr>
              <a:t>23 / 27</a:t>
            </a:r>
            <a:endParaRPr sz="1000" b="1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09600" y="4572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18A999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838200" y="428625"/>
            <a:ext cx="4981575" cy="39052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225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判得不理想？两种原因 + 安全修改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09600" y="1181100"/>
            <a:ext cx="4953000" cy="2076450"/>
          </a:xfrm>
          <a:prstGeom prst="roundRect">
            <a:avLst>
              <a:gd name="adj" fmla="val 542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AF2F7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81050" y="1428750"/>
            <a:ext cx="4610100" cy="3238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sz="165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650" b="1" i="0" u="none" strike="noStrike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原因一：这条标准你根本没告诉它</a:t>
            </a:r>
            <a:endParaRPr lang="en-US" sz="165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81050" y="2000250"/>
            <a:ext cx="4610100" cy="10668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58000"/>
              </a:lnSpc>
              <a:defRPr sz="135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35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最常见。你觉得"这还用说吗"：卖货的从不碰带电产品、开店的不做要添置设备的新品、做服务的不接临时改需求的客户——</a:t>
            </a:r>
            <a:r>
              <a:rPr lang="en-US" sz="135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在你脑里是默认值，Skill 并不知道。</a:t>
            </a:r>
            <a:endParaRPr lang="en-US" sz="135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09600" y="3486150"/>
            <a:ext cx="4953000" cy="2266950"/>
          </a:xfrm>
          <a:prstGeom prst="roundRect">
            <a:avLst>
              <a:gd name="adj" fmla="val 5424"/>
            </a:avLst>
          </a:prstGeom>
          <a:solidFill>
            <a:srgbClr val="EAF2F7">
              <a:alpha val="100000"/>
            </a:srgbClr>
          </a:solidFill>
          <a:ln w="12700" cap="flat" cmpd="sng">
            <a:solidFill>
              <a:srgbClr val="FED7AA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81050" y="3733800"/>
            <a:ext cx="4610100" cy="3238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sz="165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650" b="1" i="0" u="none" strike="noStrike">
                <a:solidFill>
                  <a:srgbClr val="D6A84B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原因二：写进去了，但 AI 没有用</a:t>
            </a:r>
            <a:endParaRPr lang="en-US" sz="165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81050" y="4305300"/>
            <a:ext cx="4610100" cy="12382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58000"/>
              </a:lnSpc>
              <a:defRPr sz="135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35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别直接问"你用了哪些标准"——它会现场编。单次补救：</a:t>
            </a:r>
            <a:r>
              <a:rPr lang="en-US" sz="135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"你漏了一条标准：【你的标准】，请按这条重新判断一次。"</a:t>
            </a:r>
            <a:r>
              <a:rPr lang="en-US" sz="135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但这只改了这次对话，Skill 本身没变。</a:t>
            </a:r>
            <a:endParaRPr lang="en-US" sz="135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5772150" y="1181100"/>
            <a:ext cx="5810250" cy="4572000"/>
          </a:xfrm>
          <a:prstGeom prst="roundRect">
            <a:avLst>
              <a:gd name="adj" fmla="val 3019"/>
            </a:avLst>
          </a:prstGeom>
          <a:solidFill>
            <a:srgbClr val="123B5D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000750" y="1409700"/>
            <a:ext cx="5353050" cy="4000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sz="18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800" b="1" i="0" u="none" strike="noStrike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真正的解法：安全修改 Skill 四步</a:t>
            </a:r>
            <a:endParaRPr lang="en-US" sz="18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000750" y="2133600"/>
            <a:ext cx="38100" cy="466725"/>
          </a:xfrm>
          <a:prstGeom prst="roundRect">
            <a:avLst>
              <a:gd name="adj" fmla="val 50000"/>
            </a:avLst>
          </a:prstGeom>
          <a:solidFill>
            <a:srgbClr val="18A999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153150" y="2133600"/>
            <a:ext cx="5105400" cy="2667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sz="15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500" b="1" i="0" u="none" strike="noStrike">
                <a:solidFill>
                  <a:srgbClr val="66D9CC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① 修改标准</a:t>
            </a:r>
            <a:endParaRPr lang="en-US" sz="15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153150" y="2419350"/>
            <a:ext cx="5105400" cy="3238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sz="125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250" b="1" i="0" u="none" strike="noStrike">
                <a:solidFill>
                  <a:srgbClr val="EAF2F7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把新规则写进 SKILL.md，不是只在对话里补一句</a:t>
            </a:r>
            <a:endParaRPr lang="en-US" sz="125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000750" y="2800350"/>
            <a:ext cx="38100" cy="466725"/>
          </a:xfrm>
          <a:prstGeom prst="roundRect">
            <a:avLst>
              <a:gd name="adj" fmla="val 50000"/>
            </a:avLst>
          </a:prstGeom>
          <a:solidFill>
            <a:srgbClr val="18A999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153150" y="2800350"/>
            <a:ext cx="5105400" cy="2667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sz="15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500" b="1" i="0" u="none" strike="noStrike">
                <a:solidFill>
                  <a:srgbClr val="66D9CC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② 保存版本</a:t>
            </a:r>
            <a:endParaRPr lang="en-US" sz="15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153150" y="3086100"/>
            <a:ext cx="5105400" cy="3238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sz="125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250" b="1" i="0" u="none" strike="noStrike">
                <a:solidFill>
                  <a:srgbClr val="EAF2F7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改前留一份旧的，知道哪版为什么改</a:t>
            </a:r>
            <a:endParaRPr lang="en-US" sz="125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000750" y="3467100"/>
            <a:ext cx="38100" cy="466725"/>
          </a:xfrm>
          <a:prstGeom prst="roundRect">
            <a:avLst>
              <a:gd name="adj" fmla="val 50000"/>
            </a:avLst>
          </a:prstGeom>
          <a:solidFill>
            <a:srgbClr val="18A999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153150" y="3467100"/>
            <a:ext cx="5105400" cy="2667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sz="15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500" b="1" i="0" u="none" strike="noStrike">
                <a:solidFill>
                  <a:srgbClr val="66D9CC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③ 同一个案例重新验证</a:t>
            </a:r>
            <a:endParaRPr lang="en-US" sz="15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153150" y="3752850"/>
            <a:ext cx="5105400" cy="3238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sz="125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250" b="1" i="0" u="none" strike="noStrike">
                <a:solidFill>
                  <a:srgbClr val="EAF2F7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用原来那道题重测，才看得出变化</a:t>
            </a:r>
            <a:endParaRPr lang="en-US" sz="125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6000750" y="4133850"/>
            <a:ext cx="38100" cy="466725"/>
          </a:xfrm>
          <a:prstGeom prst="roundRect">
            <a:avLst>
              <a:gd name="adj" fmla="val 50000"/>
            </a:avLst>
          </a:prstGeom>
          <a:solidFill>
            <a:srgbClr val="18A999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6153150" y="4133850"/>
            <a:ext cx="5105400" cy="2667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sz="15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500" b="1" i="0" u="none" strike="noStrike">
                <a:solidFill>
                  <a:srgbClr val="66D9CC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④ 回归检查</a:t>
            </a:r>
            <a:endParaRPr lang="en-US" sz="15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153150" y="4419600"/>
            <a:ext cx="5105400" cy="3238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sz="125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250" b="1" i="0" u="none" strike="noStrike">
                <a:solidFill>
                  <a:srgbClr val="EAF2F7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确认新增规则没有影响原来的判断</a:t>
            </a:r>
            <a:endParaRPr lang="en-US" sz="125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6000750" y="5067300"/>
            <a:ext cx="5353050" cy="5143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58000"/>
              </a:lnSpc>
              <a:defRPr sz="12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2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判断型三条硬规矩再回顾：结论与理由分开 / 信息不足明说"拿不准" / 给建议不给命令——拍板的永远是你。</a:t>
            </a:r>
            <a:endParaRPr lang="en-US" sz="12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1001" name="河图统一页脚Logo"/>
          <p:cNvPicPr>
            <a:picLocks noChangeAspect="1"/>
          </p:cNvPicPr>
          <p:nvPr/>
        </p:nvPicPr>
        <p:blipFill>
          <a:blip r:embed="rId2"/>
          <a:srcRect l="6458" t="22500" r="6510" b="22407"/>
          <a:stretch>
            <a:fillRect/>
          </a:stretch>
        </p:blipFill>
        <p:spPr>
          <a:xfrm>
            <a:off x="609600" y="6315075"/>
            <a:ext cx="914400" cy="323850"/>
          </a:xfrm>
          <a:prstGeom prst="rect">
            <a:avLst/>
          </a:prstGeom>
          <a:ln>
            <a:noFill/>
          </a:ln>
        </p:spPr>
      </p:pic>
      <p:sp>
        <p:nvSpPr>
          <p:cNvPr id="1002" name="河图统一页码"/>
          <p:cNvSpPr>
            <a:spLocks noGrp="1"/>
          </p:cNvSpPr>
          <p:nvPr/>
        </p:nvSpPr>
        <p:spPr>
          <a:xfrm>
            <a:off x="10629900" y="6410325"/>
            <a:ext cx="952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defPPr>
            <a:lvl1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1pPr>
            <a:lvl2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2pPr>
            <a:lvl3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3pPr>
            <a:lvl4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4pPr>
            <a:lvl5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5pPr>
            <a:lvl6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6pPr>
            <a:lvl7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7pPr>
            <a:lvl8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8pPr>
            <a:lvl9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9pPr>
          </a:lstStyle>
          <a:p>
            <a: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rPr>
              <a:t>24 / 27</a:t>
            </a:r>
            <a:endParaRPr sz="1000" b="1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71500" y="438150"/>
            <a:ext cx="57150" cy="361950"/>
          </a:xfrm>
          <a:prstGeom prst="roundRect">
            <a:avLst>
              <a:gd name="adj" fmla="val 0"/>
            </a:avLst>
          </a:prstGeom>
          <a:solidFill>
            <a:srgbClr val="18A9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endParaRPr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800100" y="400050"/>
            <a:ext cx="10477500" cy="4953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285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知识库的三大角色：图书馆 + 管理员 + 规则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800100" y="952500"/>
            <a:ext cx="10287000" cy="28575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2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为什么你的知识库越用越乱？因为缺了这三样东西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1517650"/>
            <a:ext cx="10668000" cy="12700"/>
          </a:xfrm>
          <a:prstGeom prst="straightConnector1">
            <a:avLst/>
          </a:prstGeom>
          <a:solidFill>
            <a:srgbClr val="EAF2F7">
              <a:alpha val="100000"/>
            </a:srgbClr>
          </a:solidFill>
          <a:ln w="12700" cap="flat" cmpd="sng">
            <a:solidFill>
              <a:srgbClr val="EAF2F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1841500"/>
            <a:ext cx="3302000" cy="325755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8A999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endParaRPr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7" name="AutoShape 7"/>
          <p:cNvSpPr txBox="1"/>
          <p:nvPr/>
        </p:nvSpPr>
        <p:spPr>
          <a:xfrm>
            <a:off x="1016000" y="2095500"/>
            <a:ext cx="279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2000" b="1" i="0" u="none" strike="noStrike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图书馆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1016000" y="2540000"/>
            <a:ext cx="2794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2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储存知识和资料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cxnSp>
        <p:nvCxnSpPr>
          <p:cNvPr id="9" name="Connector 9"/>
          <p:cNvCxnSpPr/>
          <p:nvPr/>
        </p:nvCxnSpPr>
        <p:spPr>
          <a:xfrm rot="-15626">
            <a:off x="1016014" y="2978150"/>
            <a:ext cx="2794000" cy="12700"/>
          </a:xfrm>
          <a:prstGeom prst="straightConnector1">
            <a:avLst/>
          </a:prstGeom>
          <a:solidFill>
            <a:srgbClr val="EAF2F7">
              <a:alpha val="100000"/>
            </a:srgbClr>
          </a:solidFill>
          <a:ln w="12700" cap="flat" cmpd="sng">
            <a:solidFill>
              <a:srgbClr val="EAF2F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 txBox="1"/>
          <p:nvPr/>
        </p:nvSpPr>
        <p:spPr>
          <a:xfrm>
            <a:off x="1016000" y="3333750"/>
            <a:ext cx="27940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152400" indent="-152400" algn="l">
              <a:lnSpc>
                <a:spcPct val="135000"/>
              </a:lnSpc>
              <a:buClr>
                <a:srgbClr val="123B5D"/>
              </a:buClr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2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Obsidian 里的所有 Markdown 文件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  <a:p>
            <a:pPr marL="152400" indent="-152400" algn="l">
              <a:lnSpc>
                <a:spcPct val="135000"/>
              </a:lnSpc>
              <a:buClr>
                <a:srgbClr val="123B5D"/>
              </a:buClr>
              <a:buChar char="•"/>
              <a:defRPr b="1"/>
            </a:pPr>
            <a:r>
              <a:rPr lang="en-US" sz="12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你收藏的文章、PDF、笔记</a:t>
            </a:r>
            <a:endParaRPr lang="en-US" sz="1200" b="1" i="0" u="none" strike="noStrike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  <a:p>
            <a:pPr marL="152400" indent="-152400" algn="l">
              <a:lnSpc>
                <a:spcPct val="135000"/>
              </a:lnSpc>
              <a:buClr>
                <a:srgbClr val="123B5D"/>
              </a:buClr>
              <a:buChar char="•"/>
              <a:defRPr b="1"/>
            </a:pPr>
            <a:r>
              <a:rPr lang="en-US" sz="12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AI 帮你整理的词条和摘要</a:t>
            </a:r>
            <a:endParaRPr lang="en-US" sz="1200" b="1" i="0" u="none" strike="noStrike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  <a:p>
            <a:pPr marL="152400" indent="-152400" algn="l">
              <a:lnSpc>
                <a:spcPct val="135000"/>
              </a:lnSpc>
              <a:buClr>
                <a:srgbClr val="123B5D"/>
              </a:buClr>
              <a:buChar char="•"/>
              <a:defRPr b="1"/>
            </a:pPr>
            <a:r>
              <a:rPr lang="en-US" sz="12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图片、附件、数据文件</a:t>
            </a:r>
            <a:endParaRPr lang="en-US" sz="1200" b="1" i="0" u="none" strike="noStrike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445000" y="1841500"/>
            <a:ext cx="3302000" cy="325755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8A999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endParaRPr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2" name="AutoShape 12"/>
          <p:cNvSpPr txBox="1"/>
          <p:nvPr/>
        </p:nvSpPr>
        <p:spPr>
          <a:xfrm>
            <a:off x="4699000" y="2095500"/>
            <a:ext cx="279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2000" b="1" i="0" u="none" strike="noStrike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管理员（Agent）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3" name="AutoShape 13"/>
          <p:cNvSpPr txBox="1"/>
          <p:nvPr/>
        </p:nvSpPr>
        <p:spPr>
          <a:xfrm>
            <a:off x="4699000" y="2540000"/>
            <a:ext cx="2794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2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提供定制化服务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cxnSp>
        <p:nvCxnSpPr>
          <p:cNvPr id="14" name="Connector 14"/>
          <p:cNvCxnSpPr/>
          <p:nvPr/>
        </p:nvCxnSpPr>
        <p:spPr>
          <a:xfrm rot="-15626">
            <a:off x="4699014" y="2978150"/>
            <a:ext cx="2794000" cy="12700"/>
          </a:xfrm>
          <a:prstGeom prst="straightConnector1">
            <a:avLst/>
          </a:prstGeom>
          <a:solidFill>
            <a:srgbClr val="EAF2F7">
              <a:alpha val="100000"/>
            </a:srgbClr>
          </a:solidFill>
          <a:ln w="12700" cap="flat" cmpd="sng">
            <a:solidFill>
              <a:srgbClr val="EAF2F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 txBox="1"/>
          <p:nvPr/>
        </p:nvSpPr>
        <p:spPr>
          <a:xfrm>
            <a:off x="4699000" y="3333750"/>
            <a:ext cx="27940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152400" indent="-152400" algn="l">
              <a:lnSpc>
                <a:spcPct val="135000"/>
              </a:lnSpc>
              <a:buClr>
                <a:srgbClr val="123B5D"/>
              </a:buClr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2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帮你读资料、写摘要、建词条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  <a:p>
            <a:pPr marL="152400" indent="-152400" algn="l">
              <a:lnSpc>
                <a:spcPct val="135000"/>
              </a:lnSpc>
              <a:buClr>
                <a:srgbClr val="123B5D"/>
              </a:buClr>
              <a:buChar char="•"/>
              <a:defRPr b="1"/>
            </a:pPr>
            <a:r>
              <a:rPr lang="en-US" sz="12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自动打标签、建双向链接</a:t>
            </a:r>
            <a:endParaRPr lang="en-US" sz="1200" b="1" i="0" u="none" strike="noStrike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  <a:p>
            <a:pPr marL="152400" indent="-152400" algn="l">
              <a:lnSpc>
                <a:spcPct val="135000"/>
              </a:lnSpc>
              <a:buClr>
                <a:srgbClr val="123B5D"/>
              </a:buClr>
              <a:buChar char="•"/>
              <a:defRPr b="1"/>
            </a:pPr>
            <a:r>
              <a:rPr lang="en-US" sz="12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发现矛盾、更新过时内容</a:t>
            </a:r>
            <a:endParaRPr lang="en-US" sz="1200" b="1" i="0" u="none" strike="noStrike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  <a:p>
            <a:pPr marL="152400" indent="-152400" algn="l">
              <a:lnSpc>
                <a:spcPct val="135000"/>
              </a:lnSpc>
              <a:buClr>
                <a:srgbClr val="123B5D"/>
              </a:buClr>
              <a:buChar char="•"/>
              <a:defRPr b="1"/>
            </a:pPr>
            <a:r>
              <a:rPr lang="en-US" sz="12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你提问时，它帮你查库找答案</a:t>
            </a:r>
            <a:endParaRPr lang="en-US" sz="1200" b="1" i="0" u="none" strike="noStrike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8128000" y="1841500"/>
            <a:ext cx="3302000" cy="325755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23B5D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endParaRPr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7" name="AutoShape 17"/>
          <p:cNvSpPr txBox="1"/>
          <p:nvPr/>
        </p:nvSpPr>
        <p:spPr>
          <a:xfrm>
            <a:off x="8382000" y="2095500"/>
            <a:ext cx="279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20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规则（Schema）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8" name="AutoShape 18"/>
          <p:cNvSpPr txBox="1"/>
          <p:nvPr/>
        </p:nvSpPr>
        <p:spPr>
          <a:xfrm>
            <a:off x="8382000" y="2540000"/>
            <a:ext cx="2794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2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提供执行方式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cxnSp>
        <p:nvCxnSpPr>
          <p:cNvPr id="19" name="Connector 19"/>
          <p:cNvCxnSpPr/>
          <p:nvPr/>
        </p:nvCxnSpPr>
        <p:spPr>
          <a:xfrm rot="-15626">
            <a:off x="8382014" y="2978150"/>
            <a:ext cx="2794000" cy="12700"/>
          </a:xfrm>
          <a:prstGeom prst="straightConnector1">
            <a:avLst/>
          </a:prstGeom>
          <a:solidFill>
            <a:srgbClr val="EAF2F7">
              <a:alpha val="100000"/>
            </a:srgbClr>
          </a:solidFill>
          <a:ln w="12700" cap="flat" cmpd="sng">
            <a:solidFill>
              <a:srgbClr val="EAF2F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 txBox="1"/>
          <p:nvPr/>
        </p:nvSpPr>
        <p:spPr>
          <a:xfrm>
            <a:off x="8382000" y="3333750"/>
            <a:ext cx="2794000" cy="140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152400" indent="-152400" algn="l">
              <a:lnSpc>
                <a:spcPct val="135000"/>
              </a:lnSpc>
              <a:buClr>
                <a:srgbClr val="123B5D"/>
              </a:buClr>
              <a:buChar char="•"/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2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文件夹怎么分：raw / wiki / inbox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  <a:p>
            <a:pPr marL="152400" indent="-152400" algn="l">
              <a:lnSpc>
                <a:spcPct val="135000"/>
              </a:lnSpc>
              <a:buClr>
                <a:srgbClr val="123B5D"/>
              </a:buClr>
              <a:buChar char="•"/>
              <a:defRPr b="1"/>
            </a:pPr>
            <a:r>
              <a:rPr lang="en-US" sz="12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词条怎么写：标题、摘要、来源</a:t>
            </a:r>
            <a:endParaRPr lang="en-US" sz="1200" b="1" i="0" u="none" strike="noStrike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  <a:p>
            <a:pPr marL="152400" indent="-152400" algn="l">
              <a:lnSpc>
                <a:spcPct val="135000"/>
              </a:lnSpc>
              <a:buClr>
                <a:srgbClr val="123B5D"/>
              </a:buClr>
              <a:buChar char="•"/>
              <a:defRPr b="1"/>
            </a:pPr>
            <a:r>
              <a:rPr lang="en-US" sz="12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怎么建链接、怎么打标签</a:t>
            </a:r>
            <a:endParaRPr lang="en-US" sz="1200" b="1" i="0" u="none" strike="noStrike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  <a:p>
            <a:pPr marL="152400" indent="-152400" algn="l">
              <a:lnSpc>
                <a:spcPct val="135000"/>
              </a:lnSpc>
              <a:buClr>
                <a:srgbClr val="123B5D"/>
              </a:buClr>
              <a:buChar char="•"/>
              <a:defRPr b="1"/>
            </a:pPr>
            <a:r>
              <a:rPr lang="en-US" sz="12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这就是卡帕西那段提示词的作用</a:t>
            </a:r>
            <a:endParaRPr lang="en-US" sz="1200" b="1" i="0" u="none" strike="noStrike">
              <a:solidFill>
                <a:srgbClr val="123B5D"/>
              </a:solidFill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1" name="AutoShape 21"/>
          <p:cNvSpPr txBox="1"/>
          <p:nvPr/>
        </p:nvSpPr>
        <p:spPr>
          <a:xfrm>
            <a:off x="762000" y="5505450"/>
            <a:ext cx="10668000" cy="3238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200" b="1" i="1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缺了图书馆 = 没东西存；缺了管理员 = 全靠自己整理，越用越累；缺了规则 = 管理员乱干活，知识库越整越乱。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1001" name="河图统一页脚Logo"/>
          <p:cNvPicPr>
            <a:picLocks noChangeAspect="1"/>
          </p:cNvPicPr>
          <p:nvPr/>
        </p:nvPicPr>
        <p:blipFill>
          <a:blip r:embed="rId2"/>
          <a:srcRect l="6458" t="22500" r="6510" b="22407"/>
          <a:stretch>
            <a:fillRect/>
          </a:stretch>
        </p:blipFill>
        <p:spPr>
          <a:xfrm>
            <a:off x="609600" y="6315075"/>
            <a:ext cx="914400" cy="323850"/>
          </a:xfrm>
          <a:prstGeom prst="rect">
            <a:avLst/>
          </a:prstGeom>
          <a:ln>
            <a:noFill/>
          </a:ln>
        </p:spPr>
      </p:pic>
      <p:sp>
        <p:nvSpPr>
          <p:cNvPr id="1002" name="河图统一页码"/>
          <p:cNvSpPr>
            <a:spLocks noGrp="1"/>
          </p:cNvSpPr>
          <p:nvPr/>
        </p:nvSpPr>
        <p:spPr>
          <a:xfrm>
            <a:off x="10629900" y="6410325"/>
            <a:ext cx="952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defPPr>
            <a:lvl1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1pPr>
            <a:lvl2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2pPr>
            <a:lvl3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3pPr>
            <a:lvl4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4pPr>
            <a:lvl5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5pPr>
            <a:lvl6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6pPr>
            <a:lvl7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7pPr>
            <a:lvl8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8pPr>
            <a:lvl9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9pPr>
          </a:lstStyle>
          <a:p>
            <a: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rPr>
              <a:t>25 / 27</a:t>
            </a:r>
            <a:endParaRPr sz="1000" b="1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ns3="http://schemas.microsoft.com/office/drawing/2010/main" xmlns:ns4="http://schemas.microsoft.com/office/drawing/2016/SVG/main" xmlns:p="http://schemas.openxmlformats.org/presentationml/2006/main" xmlns:r="http://schemas.openxmlformats.org/officeDocument/2006/relationships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09600" y="4572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18A999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838200" y="428625"/>
            <a:ext cx="4457700" cy="39052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225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全课总线回顾 + Skill 化四步法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09600" y="1685925"/>
            <a:ext cx="1295400" cy="561975"/>
          </a:xfrm>
          <a:prstGeom prst="roundRect">
            <a:avLst>
              <a:gd name="adj" fmla="val 2033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952500" y="1800225"/>
            <a:ext cx="609600" cy="1905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205" b="1" i="0" u="none" strike="noStrike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手艺传承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028700" y="1990725"/>
            <a:ext cx="457200" cy="14287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90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为什么学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ns3:useLocalDpi val="0"/>
              </a:ext>
              <a:ext uri="{96DAC541-7B7A-43D3-8B79-37D633B846F1}">
                <ns4:svgBlip r:embed="rId3"/>
              </a:ext>
            </a:extLst>
          </a:blip>
          <a:stretch>
            <a:fillRect/>
          </a:stretch>
        </p:blipFill>
        <p:spPr>
          <a:xfrm>
            <a:off x="1981200" y="1905000"/>
            <a:ext cx="133350" cy="13335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2190750" y="1685925"/>
            <a:ext cx="1285875" cy="561975"/>
          </a:xfrm>
          <a:prstGeom prst="roundRect">
            <a:avLst>
              <a:gd name="adj" fmla="val 2033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2419350" y="1800225"/>
            <a:ext cx="828675" cy="1905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235" b="1" i="0" u="none" strike="noStrike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什么是 Skill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2495550" y="1990725"/>
            <a:ext cx="685800" cy="14287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90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工作手册一页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ns3:useLocalDpi val="0"/>
              </a:ext>
              <a:ext uri="{96DAC541-7B7A-43D3-8B79-37D633B846F1}">
                <ns4:svgBlip r:embed="rId3"/>
              </a:ext>
            </a:extLst>
          </a:blip>
          <a:stretch>
            <a:fillRect/>
          </a:stretch>
        </p:blipFill>
        <p:spPr>
          <a:xfrm>
            <a:off x="3552825" y="1905000"/>
            <a:ext cx="133350" cy="13335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3762375" y="1685925"/>
            <a:ext cx="1295400" cy="561975"/>
          </a:xfrm>
          <a:prstGeom prst="roundRect">
            <a:avLst>
              <a:gd name="adj" fmla="val 2033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4105275" y="1800225"/>
            <a:ext cx="609600" cy="1905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205" b="1" i="0" u="none" strike="noStrike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看懂结构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4295775" y="1990725"/>
            <a:ext cx="228600" cy="14287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90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会读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ns3:useLocalDpi val="0"/>
              </a:ext>
              <a:ext uri="{96DAC541-7B7A-43D3-8B79-37D633B846F1}">
                <ns4:svgBlip r:embed="rId3"/>
              </a:ext>
            </a:extLst>
          </a:blip>
          <a:stretch>
            <a:fillRect/>
          </a:stretch>
        </p:blipFill>
        <p:spPr>
          <a:xfrm>
            <a:off x="5133975" y="1905000"/>
            <a:ext cx="133350" cy="13335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5343525" y="1685925"/>
            <a:ext cx="1295400" cy="561975"/>
          </a:xfrm>
          <a:prstGeom prst="roundRect">
            <a:avLst>
              <a:gd name="adj" fmla="val 2033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5686425" y="1800225"/>
            <a:ext cx="609600" cy="1905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205" b="1" i="0" u="none" strike="noStrike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用别人的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5762625" y="1990725"/>
            <a:ext cx="457200" cy="14287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90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会找会装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ns3:useLocalDpi val="0"/>
              </a:ext>
              <a:ext uri="{96DAC541-7B7A-43D3-8B79-37D633B846F1}">
                <ns4:svgBlip r:embed="rId3"/>
              </a:ext>
            </a:extLst>
          </a:blip>
          <a:stretch>
            <a:fillRect/>
          </a:stretch>
        </p:blipFill>
        <p:spPr>
          <a:xfrm>
            <a:off x="6715125" y="1905000"/>
            <a:ext cx="133350" cy="13335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924675" y="1685925"/>
            <a:ext cx="1295400" cy="561975"/>
          </a:xfrm>
          <a:prstGeom prst="roundRect">
            <a:avLst>
              <a:gd name="adj" fmla="val 2033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7267575" y="1800225"/>
            <a:ext cx="609600" cy="1905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205" b="1" i="0" u="none" strike="noStrike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改别人的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7400925" y="1990725"/>
            <a:ext cx="342900" cy="14287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905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换灵魂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ns3:useLocalDpi val="0"/>
              </a:ext>
              <a:ext uri="{96DAC541-7B7A-43D3-8B79-37D633B846F1}">
                <ns4:svgBlip r:embed="rId3"/>
              </a:ext>
            </a:extLst>
          </a:blip>
          <a:stretch>
            <a:fillRect/>
          </a:stretch>
        </p:blipFill>
        <p:spPr>
          <a:xfrm>
            <a:off x="8296275" y="1905000"/>
            <a:ext cx="133350" cy="13335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8505825" y="1685925"/>
            <a:ext cx="1285875" cy="561975"/>
          </a:xfrm>
          <a:prstGeom prst="roundRect">
            <a:avLst>
              <a:gd name="adj" fmla="val 20339"/>
            </a:avLst>
          </a:prstGeom>
          <a:solidFill>
            <a:srgbClr val="18A999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8848725" y="1800225"/>
            <a:ext cx="609600" cy="1905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205" b="1" i="0" u="none" strike="noStrike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做自己的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8763000" y="1990725"/>
            <a:ext cx="771525" cy="14287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920" b="1" i="0" u="none" strike="noStrike">
                <a:solidFill>
                  <a:srgbClr val="EAF2F7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蒸风格+蒸决策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ns3:useLocalDpi val="0"/>
              </a:ext>
              <a:ext uri="{96DAC541-7B7A-43D3-8B79-37D633B846F1}">
                <ns4:svgBlip r:embed="rId3"/>
              </a:ext>
            </a:extLst>
          </a:blip>
          <a:stretch>
            <a:fillRect/>
          </a:stretch>
        </p:blipFill>
        <p:spPr>
          <a:xfrm>
            <a:off x="9867900" y="1905000"/>
            <a:ext cx="133350" cy="13335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10077450" y="1685925"/>
            <a:ext cx="1504950" cy="561975"/>
          </a:xfrm>
          <a:prstGeom prst="roundRect">
            <a:avLst>
              <a:gd name="adj" fmla="val 20339"/>
            </a:avLst>
          </a:prstGeom>
          <a:solidFill>
            <a:srgbClr val="18A999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10525125" y="1800225"/>
            <a:ext cx="609600" cy="1905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205" b="1" i="0" u="none" strike="noStrike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安全发布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10601325" y="1990725"/>
            <a:ext cx="457200" cy="14287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ctr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905" b="1" i="0" u="none" strike="noStrike">
                <a:solidFill>
                  <a:srgbClr val="EAF2F7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敢装能发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609600" y="3086100"/>
            <a:ext cx="2647950" cy="2247900"/>
          </a:xfrm>
          <a:prstGeom prst="roundRect">
            <a:avLst>
              <a:gd name="adj" fmla="val 5036"/>
            </a:avLst>
          </a:prstGeom>
          <a:solidFill>
            <a:srgbClr val="FFFF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4" name="Freeform 34"/>
          <p:cNvSpPr/>
          <p:nvPr/>
        </p:nvSpPr>
        <p:spPr>
          <a:xfrm>
            <a:off x="609600" y="3086100"/>
            <a:ext cx="2647950" cy="114300"/>
          </a:xfrm>
          <a:custGeom>
            <a:avLst/>
            <a:gdLst/>
            <a:ahLst/>
            <a:cxnLst/>
            <a:rect l="l" t="t" r="r" b="b"/>
            <a:pathLst>
              <a:path w="2647950" h="114300">
                <a:moveTo>
                  <a:pt x="2524125" y="0"/>
                </a:moveTo>
                <a:cubicBezTo>
                  <a:pt x="2581275" y="0"/>
                  <a:pt x="2638425" y="47625"/>
                  <a:pt x="2647950" y="104775"/>
                </a:cubicBezTo>
                <a:cubicBezTo>
                  <a:pt x="2628900" y="76200"/>
                  <a:pt x="2600325" y="47625"/>
                  <a:pt x="2562225" y="47625"/>
                </a:cubicBezTo>
                <a:lnTo>
                  <a:pt x="85725" y="47625"/>
                </a:lnTo>
                <a:cubicBezTo>
                  <a:pt x="47625" y="47625"/>
                  <a:pt x="9525" y="76200"/>
                  <a:pt x="0" y="114300"/>
                </a:cubicBezTo>
                <a:cubicBezTo>
                  <a:pt x="9525" y="47625"/>
                  <a:pt x="66675" y="0"/>
                  <a:pt x="133350" y="0"/>
                </a:cubicBezTo>
                <a:lnTo>
                  <a:pt x="2514600" y="0"/>
                </a:lnTo>
                <a:close/>
              </a:path>
            </a:pathLst>
          </a:custGeom>
          <a:solidFill>
            <a:srgbClr val="18A999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781050" y="3333750"/>
            <a:ext cx="2305050" cy="4000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sz="23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2300" b="1" i="0" u="none" strike="noStrike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找对</a:t>
            </a:r>
            <a:endParaRPr lang="en-US" sz="23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6" name="AutoShape 36"/>
          <p:cNvSpPr/>
          <p:nvPr/>
        </p:nvSpPr>
        <p:spPr>
          <a:xfrm>
            <a:off x="781050" y="3848100"/>
            <a:ext cx="2305050" cy="4572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sz="145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5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选高价值经验</a:t>
            </a:r>
            <a:endParaRPr lang="en-US" sz="145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7" name="AutoShape 37"/>
          <p:cNvSpPr/>
          <p:nvPr/>
        </p:nvSpPr>
        <p:spPr>
          <a:xfrm>
            <a:off x="781050" y="4457700"/>
            <a:ext cx="2305050" cy="7048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defRPr sz="13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3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决策三标准：会反复遇到 / 每次重新分析 / 判错吃亏</a:t>
            </a:r>
            <a:endParaRPr lang="en-US" sz="13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8" name="AutoShape 38"/>
          <p:cNvSpPr/>
          <p:nvPr/>
        </p:nvSpPr>
        <p:spPr>
          <a:xfrm>
            <a:off x="3390900" y="3086100"/>
            <a:ext cx="2638425" cy="2247900"/>
          </a:xfrm>
          <a:prstGeom prst="roundRect">
            <a:avLst>
              <a:gd name="adj" fmla="val 5054"/>
            </a:avLst>
          </a:prstGeom>
          <a:solidFill>
            <a:srgbClr val="FFFF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39" name="Freeform 39"/>
          <p:cNvSpPr/>
          <p:nvPr/>
        </p:nvSpPr>
        <p:spPr>
          <a:xfrm>
            <a:off x="3390900" y="3086100"/>
            <a:ext cx="2638425" cy="114300"/>
          </a:xfrm>
          <a:custGeom>
            <a:avLst/>
            <a:gdLst/>
            <a:ahLst/>
            <a:cxnLst/>
            <a:rect l="l" t="t" r="r" b="b"/>
            <a:pathLst>
              <a:path w="2638425" h="114300">
                <a:moveTo>
                  <a:pt x="2514600" y="0"/>
                </a:moveTo>
                <a:cubicBezTo>
                  <a:pt x="2571750" y="0"/>
                  <a:pt x="2628900" y="47625"/>
                  <a:pt x="2638425" y="104775"/>
                </a:cubicBezTo>
                <a:cubicBezTo>
                  <a:pt x="2619375" y="76200"/>
                  <a:pt x="2590800" y="47625"/>
                  <a:pt x="2552700" y="47625"/>
                </a:cubicBezTo>
                <a:lnTo>
                  <a:pt x="85725" y="47625"/>
                </a:lnTo>
                <a:cubicBezTo>
                  <a:pt x="47625" y="47625"/>
                  <a:pt x="9525" y="76200"/>
                  <a:pt x="0" y="114300"/>
                </a:cubicBezTo>
                <a:cubicBezTo>
                  <a:pt x="9525" y="47625"/>
                  <a:pt x="66675" y="0"/>
                  <a:pt x="133350" y="0"/>
                </a:cubicBezTo>
                <a:lnTo>
                  <a:pt x="2505075" y="0"/>
                </a:lnTo>
                <a:close/>
              </a:path>
            </a:pathLst>
          </a:custGeom>
          <a:solidFill>
            <a:srgbClr val="18A999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40" name="AutoShape 40"/>
          <p:cNvSpPr/>
          <p:nvPr/>
        </p:nvSpPr>
        <p:spPr>
          <a:xfrm>
            <a:off x="3562350" y="3333750"/>
            <a:ext cx="2295525" cy="4000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sz="23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2300" b="1" i="0" u="none" strike="noStrike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拆对</a:t>
            </a:r>
            <a:endParaRPr lang="en-US" sz="23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41" name="AutoShape 41"/>
          <p:cNvSpPr/>
          <p:nvPr/>
        </p:nvSpPr>
        <p:spPr>
          <a:xfrm>
            <a:off x="3562350" y="3848100"/>
            <a:ext cx="2295525" cy="4572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sz="145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5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提炼流程与判断标准</a:t>
            </a:r>
            <a:endParaRPr lang="en-US" sz="145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42" name="AutoShape 42"/>
          <p:cNvSpPr/>
          <p:nvPr/>
        </p:nvSpPr>
        <p:spPr>
          <a:xfrm>
            <a:off x="3562350" y="4457700"/>
            <a:ext cx="2295525" cy="7048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defRPr sz="13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3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反问咨询、编 5 个案例挖禁区</a:t>
            </a:r>
            <a:endParaRPr lang="en-US" sz="13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43" name="AutoShape 43"/>
          <p:cNvSpPr/>
          <p:nvPr/>
        </p:nvSpPr>
        <p:spPr>
          <a:xfrm>
            <a:off x="6162675" y="3086100"/>
            <a:ext cx="2647950" cy="2247900"/>
          </a:xfrm>
          <a:prstGeom prst="roundRect">
            <a:avLst>
              <a:gd name="adj" fmla="val 5036"/>
            </a:avLst>
          </a:prstGeom>
          <a:solidFill>
            <a:srgbClr val="FFFF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44" name="Freeform 44"/>
          <p:cNvSpPr/>
          <p:nvPr/>
        </p:nvSpPr>
        <p:spPr>
          <a:xfrm>
            <a:off x="6162675" y="3086100"/>
            <a:ext cx="2647950" cy="114300"/>
          </a:xfrm>
          <a:custGeom>
            <a:avLst/>
            <a:gdLst/>
            <a:ahLst/>
            <a:cxnLst/>
            <a:rect l="l" t="t" r="r" b="b"/>
            <a:pathLst>
              <a:path w="2647950" h="114300">
                <a:moveTo>
                  <a:pt x="2524125" y="0"/>
                </a:moveTo>
                <a:cubicBezTo>
                  <a:pt x="2581275" y="0"/>
                  <a:pt x="2638425" y="47625"/>
                  <a:pt x="2647950" y="104775"/>
                </a:cubicBezTo>
                <a:cubicBezTo>
                  <a:pt x="2628900" y="76200"/>
                  <a:pt x="2600325" y="47625"/>
                  <a:pt x="2562225" y="47625"/>
                </a:cubicBezTo>
                <a:lnTo>
                  <a:pt x="85725" y="47625"/>
                </a:lnTo>
                <a:cubicBezTo>
                  <a:pt x="47625" y="47625"/>
                  <a:pt x="9525" y="76200"/>
                  <a:pt x="0" y="114300"/>
                </a:cubicBezTo>
                <a:cubicBezTo>
                  <a:pt x="9525" y="47625"/>
                  <a:pt x="66675" y="0"/>
                  <a:pt x="133350" y="0"/>
                </a:cubicBezTo>
                <a:lnTo>
                  <a:pt x="2514600" y="0"/>
                </a:lnTo>
                <a:close/>
              </a:path>
            </a:pathLst>
          </a:custGeom>
          <a:solidFill>
            <a:srgbClr val="18A999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45" name="AutoShape 45"/>
          <p:cNvSpPr/>
          <p:nvPr/>
        </p:nvSpPr>
        <p:spPr>
          <a:xfrm>
            <a:off x="6334125" y="3333750"/>
            <a:ext cx="2305050" cy="4000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sz="23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2300" b="1" i="0" u="none" strike="noStrike">
                <a:solidFill>
                  <a:srgbClr val="18A999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做成</a:t>
            </a:r>
            <a:endParaRPr lang="en-US" sz="23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46" name="AutoShape 46"/>
          <p:cNvSpPr/>
          <p:nvPr/>
        </p:nvSpPr>
        <p:spPr>
          <a:xfrm>
            <a:off x="6334125" y="3848100"/>
            <a:ext cx="2305050" cy="4572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sz="145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5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封装指令、资源与案例</a:t>
            </a:r>
            <a:endParaRPr lang="en-US" sz="145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47" name="AutoShape 47"/>
          <p:cNvSpPr/>
          <p:nvPr/>
        </p:nvSpPr>
        <p:spPr>
          <a:xfrm>
            <a:off x="6334125" y="4457700"/>
            <a:ext cx="2305050" cy="7048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defRPr sz="13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3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SKILL.md + references + scripts</a:t>
            </a:r>
            <a:endParaRPr lang="en-US" sz="13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48" name="AutoShape 48"/>
          <p:cNvSpPr/>
          <p:nvPr/>
        </p:nvSpPr>
        <p:spPr>
          <a:xfrm>
            <a:off x="8943975" y="3086100"/>
            <a:ext cx="2638425" cy="2247900"/>
          </a:xfrm>
          <a:prstGeom prst="roundRect">
            <a:avLst>
              <a:gd name="adj" fmla="val 5054"/>
            </a:avLst>
          </a:prstGeom>
          <a:solidFill>
            <a:srgbClr val="FFFFFF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49" name="Freeform 49"/>
          <p:cNvSpPr/>
          <p:nvPr/>
        </p:nvSpPr>
        <p:spPr>
          <a:xfrm>
            <a:off x="8943975" y="3086100"/>
            <a:ext cx="2638425" cy="114300"/>
          </a:xfrm>
          <a:custGeom>
            <a:avLst/>
            <a:gdLst/>
            <a:ahLst/>
            <a:cxnLst/>
            <a:rect l="l" t="t" r="r" b="b"/>
            <a:pathLst>
              <a:path w="2638425" h="114300">
                <a:moveTo>
                  <a:pt x="2514600" y="0"/>
                </a:moveTo>
                <a:cubicBezTo>
                  <a:pt x="2571750" y="0"/>
                  <a:pt x="2628900" y="47625"/>
                  <a:pt x="2638425" y="104775"/>
                </a:cubicBezTo>
                <a:cubicBezTo>
                  <a:pt x="2619375" y="76200"/>
                  <a:pt x="2590800" y="47625"/>
                  <a:pt x="2552700" y="47625"/>
                </a:cubicBezTo>
                <a:lnTo>
                  <a:pt x="85725" y="47625"/>
                </a:lnTo>
                <a:cubicBezTo>
                  <a:pt x="47625" y="47625"/>
                  <a:pt x="9525" y="76200"/>
                  <a:pt x="0" y="114300"/>
                </a:cubicBezTo>
                <a:cubicBezTo>
                  <a:pt x="9525" y="47625"/>
                  <a:pt x="66675" y="0"/>
                  <a:pt x="133350" y="0"/>
                </a:cubicBezTo>
                <a:lnTo>
                  <a:pt x="2505075" y="0"/>
                </a:lnTo>
                <a:close/>
              </a:path>
            </a:pathLst>
          </a:custGeom>
          <a:solidFill>
            <a:srgbClr val="D6A84B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50" name="AutoShape 50"/>
          <p:cNvSpPr/>
          <p:nvPr/>
        </p:nvSpPr>
        <p:spPr>
          <a:xfrm>
            <a:off x="9115425" y="3333750"/>
            <a:ext cx="2295525" cy="4000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sz="23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2300" b="1" i="0" u="none" strike="noStrike">
                <a:solidFill>
                  <a:srgbClr val="D6A84B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跑通</a:t>
            </a:r>
            <a:endParaRPr lang="en-US" sz="23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51" name="AutoShape 51"/>
          <p:cNvSpPr/>
          <p:nvPr/>
        </p:nvSpPr>
        <p:spPr>
          <a:xfrm>
            <a:off x="9115425" y="3848100"/>
            <a:ext cx="2295525" cy="4572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sz="145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5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测试、修改、投入工作</a:t>
            </a:r>
            <a:endParaRPr lang="en-US" sz="145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52" name="AutoShape 52"/>
          <p:cNvSpPr/>
          <p:nvPr/>
        </p:nvSpPr>
        <p:spPr>
          <a:xfrm>
            <a:off x="9115425" y="4457700"/>
            <a:ext cx="2295525" cy="7048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defRPr sz="1300"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3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两次验证、三节对照、版本迭代</a:t>
            </a:r>
            <a:endParaRPr lang="en-US" sz="13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1001" name="河图统一页脚Logo"/>
          <p:cNvPicPr>
            <a:picLocks noChangeAspect="1"/>
          </p:cNvPicPr>
          <p:nvPr/>
        </p:nvPicPr>
        <p:blipFill>
          <a:blip r:embed="rId4"/>
          <a:srcRect l="6458" t="22500" r="6510" b="22407"/>
          <a:stretch>
            <a:fillRect/>
          </a:stretch>
        </p:blipFill>
        <p:spPr>
          <a:xfrm>
            <a:off x="609600" y="6315075"/>
            <a:ext cx="914400" cy="323850"/>
          </a:xfrm>
          <a:prstGeom prst="rect">
            <a:avLst/>
          </a:prstGeom>
          <a:ln>
            <a:noFill/>
          </a:ln>
        </p:spPr>
      </p:pic>
      <p:sp>
        <p:nvSpPr>
          <p:cNvPr id="1002" name="河图统一页码"/>
          <p:cNvSpPr>
            <a:spLocks noGrp="1"/>
          </p:cNvSpPr>
          <p:nvPr/>
        </p:nvSpPr>
        <p:spPr>
          <a:xfrm>
            <a:off x="10629900" y="6410325"/>
            <a:ext cx="952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defPPr>
            <a:lvl1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1pPr>
            <a:lvl2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2pPr>
            <a:lvl3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3pPr>
            <a:lvl4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4pPr>
            <a:lvl5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5pPr>
            <a:lvl6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6pPr>
            <a:lvl7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7pPr>
            <a:lvl8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8pPr>
            <a:lvl9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lvl9pPr>
          </a:lstStyle>
          <a:p>
            <a:pPr algn="r">
              <a:def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1000" b="1">
                <a:solidFill>
                  <a:srgbClr val="3D6073"/>
                </a:solidFill>
                <a:latin typeface="Source Han Sans SC Heavy"/>
                <a:ea typeface="Source Han Sans SC Heavy"/>
                <a:cs typeface="Source Han Sans SC Heavy"/>
              </a:rPr>
              <a:t>26 / 27</a:t>
            </a:r>
            <a:endParaRPr sz="1000" b="1">
              <a:solidFill>
                <a:srgbClr val="3D6073"/>
              </a:solidFill>
              <a:latin typeface="Source Han Sans SC Heavy"/>
              <a:ea typeface="Source Han Sans SC Heavy"/>
              <a:cs typeface="Source Han Sans SC Heavy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23B5D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 t="8894" b="889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4" name="AutoShape 4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123B5D">
                  <a:alpha val="90000"/>
                </a:srgbClr>
              </a:gs>
              <a:gs pos="55000">
                <a:srgbClr val="123B5D">
                  <a:alpha val="35000"/>
                </a:srgbClr>
              </a:gs>
              <a:gs pos="100000">
                <a:srgbClr val="123B5D">
                  <a:alpha val="25000"/>
                </a:srgbClr>
              </a:gs>
            </a:gsLst>
            <a:lin ang="16200000"/>
          </a:gra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685800" y="3686175"/>
            <a:ext cx="10820400" cy="136207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2250" b="1" i="0" u="none" strike="noStrike">
                <a:solidFill>
                  <a:srgbClr val="FFFFFF"/>
                </a:solidFill>
                <a:effectLst>
                  <a:outerShdw blurRad="88900" dist="25400" dir="2700000" algn="tl">
                    <a:srgbClr val="123B5D">
                      <a:alpha val="50000"/>
                    </a:srgbClr>
                  </a:outerShdw>
                </a:effectLst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手艺传给 AI，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  <a:p>
            <a:pPr marL="0" indent="0" algn="l">
              <a:lnSpc>
                <a:spcPct val="133000"/>
              </a:lnSpc>
              <a:defRPr b="1"/>
            </a:pPr>
            <a:r>
              <a:rPr lang="en-US" sz="2250" b="1" i="0" u="none" strike="noStrike">
                <a:solidFill>
                  <a:srgbClr val="FFFFFF"/>
                </a:solidFill>
                <a:effectLst>
                  <a:outerShdw blurRad="88900" dist="25400" dir="2700000" algn="tl">
                    <a:srgbClr val="123B5D">
                      <a:alpha val="50000"/>
                    </a:srgbClr>
                  </a:outerShdw>
                </a:effectLst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也传给你自己。</a:t>
            </a:r>
            <a:endParaRPr lang="en-US" sz="2250" b="1" i="0" u="none" strike="noStrike">
              <a:solidFill>
                <a:srgbClr val="FFFFFF"/>
              </a:solidFill>
              <a:effectLst>
                <a:outerShdw blurRad="88900" dist="25400" dir="2700000" algn="tl">
                  <a:srgbClr val="123B5D">
                    <a:alpha val="50000"/>
                  </a:srgbClr>
                </a:outerShdw>
              </a:effectLst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85800" y="5181600"/>
            <a:ext cx="10820400" cy="352425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85800" y="5781675"/>
            <a:ext cx="10820400" cy="12700"/>
          </a:xfrm>
          <a:prstGeom prst="roundRect">
            <a:avLst>
              <a:gd name="adj" fmla="val 0"/>
            </a:avLst>
          </a:prstGeom>
          <a:solidFill>
            <a:srgbClr val="FFFFFF">
              <a:alpha val="2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85800" y="6038850"/>
            <a:ext cx="1028700" cy="20955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355" b="1" i="0" u="none" strike="noStrike">
                <a:solidFill>
                  <a:srgbClr val="FFFFFF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吴河图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866900" y="6057900"/>
            <a:ext cx="12700" cy="171450"/>
          </a:xfrm>
          <a:prstGeom prst="roundRect">
            <a:avLst>
              <a:gd name="adj" fmla="val 0"/>
            </a:avLst>
          </a:prstGeom>
          <a:solidFill>
            <a:srgbClr val="123B5D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400" b="1" i="0" u="none" strike="noStrike">
                <a:solidFill>
                  <a:srgbClr val="123B5D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 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2028825" y="6048375"/>
            <a:ext cx="723900" cy="190500"/>
          </a:xfrm>
          <a:prstGeom prst="roundRect">
            <a:avLst>
              <a:gd name="adj" fmla="val 0"/>
            </a:avLst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defRPr b="1">
                <a:latin typeface="Source Han Sans SC Heavy"/>
                <a:ea typeface="Source Han Sans SC Heavy"/>
                <a:cs typeface="Source Han Sans SC Heavy"/>
                <a:sym typeface="Source Han Sans SC Heavy"/>
              </a:defRPr>
            </a:pPr>
            <a:r>
              <a:rPr lang="en-US" sz="1200" b="1" i="0" u="none" strike="noStrike" spc="225">
                <a:solidFill>
                  <a:srgbClr val="BCD2D8"/>
                </a:solidFill>
                <a:latin typeface="Source Han Sans SC Heavy"/>
                <a:ea typeface="Source Han Sans SC Heavy"/>
                <a:cs typeface="Source Han Sans SC Heavy"/>
                <a:sym typeface="Source Han Sans SC Heavy"/>
              </a:rPr>
              <a:t>河图探课</a:t>
            </a:r>
            <a:endParaRPr lang="en-US" sz="1100" b="1">
              <a:latin typeface="Source Han Sans SC Heavy"/>
              <a:ea typeface="Source Han Sans SC Heavy"/>
              <a:cs typeface="Source Han Sans SC Heavy"/>
              <a:sym typeface="Source Han Sans SC Heavy"/>
            </a:endParaRPr>
          </a:p>
        </p:txBody>
      </p:sp>
      <p:pic>
        <p:nvPicPr>
          <p:cNvPr id="1001" name="河图统一页脚Logo"/>
          <p:cNvPicPr>
            <a:picLocks noChangeAspect="1"/>
          </p:cNvPicPr>
          <p:nvPr/>
        </p:nvPicPr>
        <p:blipFill>
          <a:blip r:embed="rId2"/>
          <a:srcRect l="6406" t="23611" r="6406" b="23472"/>
          <a:stretch>
            <a:fillRect/>
          </a:stretch>
        </p:blipFill>
        <p:spPr>
          <a:xfrm>
            <a:off x="609600" y="6315075"/>
            <a:ext cx="914400" cy="323850"/>
          </a:xfrm>
          <a:prstGeom prst="rect">
            <a:avLst/>
          </a:prstGeom>
          <a:ln>
            <a:noFill/>
          </a:ln>
        </p:spPr>
      </p:pic>
      <p:sp>
        <p:nvSpPr>
          <p:cNvPr id="1002" name="河图统一页码"/>
          <p:cNvSpPr>
            <a:spLocks noGrp="1"/>
          </p:cNvSpPr>
          <p:nvPr/>
        </p:nvSpPr>
        <p:spPr>
          <a:xfrm>
            <a:off x="10629900" y="6410325"/>
            <a:ext cx="952500" cy="19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defPPr>
            <a:lvl1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1pPr>
            <a:lvl2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2pPr>
            <a:lvl3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3pPr>
            <a:lvl4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4pPr>
            <a:lvl5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5pPr>
            <a:lvl6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6pPr>
            <a:lvl7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7pPr>
            <a:lvl8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8pPr>
            <a:lvl9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lvl9pPr>
          </a:lstStyle>
          <a:p>
            <a:pPr algn="r">
              <a:def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defRPr>
            </a:pPr>
            <a:r>
              <a:rPr sz="1000" b="1">
                <a:solidFill>
                  <a:srgbClr val="D3E4E8"/>
                </a:solidFill>
                <a:latin typeface="Source Han Sans SC Heavy"/>
                <a:ea typeface="Source Han Sans SC Heavy"/>
                <a:cs typeface="Source Han Sans SC Heavy"/>
              </a:rPr>
              <a:t>27 / 27</a:t>
            </a:r>
            <a:endParaRPr sz="1000" b="1">
              <a:solidFill>
                <a:srgbClr val="D3E4E8"/>
              </a:solidFill>
              <a:latin typeface="Source Han Sans SC Heavy"/>
              <a:ea typeface="Source Han Sans SC Heavy"/>
              <a:cs typeface="Source Han Sans SC Heav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123B5D"/>
      </a:dk1>
      <a:lt1>
        <a:srgbClr val="FFFFFF"/>
      </a:lt1>
      <a:dk2>
        <a:srgbClr val="123B5D"/>
      </a:dk2>
      <a:lt2>
        <a:srgbClr val="EAF2F7"/>
      </a:lt2>
      <a:accent1>
        <a:srgbClr val="3D6073"/>
      </a:accent1>
      <a:accent2>
        <a:srgbClr val="D6A84B"/>
      </a:accent2>
      <a:accent3>
        <a:srgbClr val="3D6073"/>
      </a:accent3>
      <a:accent4>
        <a:srgbClr val="D6A84B"/>
      </a:accent4>
      <a:accent5>
        <a:srgbClr val="3D6073"/>
      </a:accent5>
      <a:accent6>
        <a:srgbClr val="18A999"/>
      </a:accent6>
      <a:hlink>
        <a:srgbClr val="3D6073"/>
      </a:hlink>
      <a:folHlink>
        <a:srgbClr val="954F72"/>
      </a:folHlink>
    </a:clrScheme>
    <a:fontScheme name="Office">
      <a:majorFont>
        <a:latin typeface="Source Han Sans SC Heavy"/>
        <a:ea typeface="Source Han Sans SC Heavy"/>
        <a:cs typeface="Source Han Sans SC Heavy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ource Han Sans SC Heavy"/>
        <a:ea typeface="Source Han Sans SC Heavy"/>
        <a:cs typeface="Source Han Sans SC Heavy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123B5D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123B5D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123B5D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123B5D"/>
      </a:dk1>
      <a:lt1>
        <a:srgbClr val="FFFFFF"/>
      </a:lt1>
      <a:dk2>
        <a:srgbClr val="123B5D"/>
      </a:dk2>
      <a:lt2>
        <a:srgbClr val="EAF2F7"/>
      </a:lt2>
      <a:accent1>
        <a:srgbClr val="3D6073"/>
      </a:accent1>
      <a:accent2>
        <a:srgbClr val="D6A84B"/>
      </a:accent2>
      <a:accent3>
        <a:srgbClr val="3D6073"/>
      </a:accent3>
      <a:accent4>
        <a:srgbClr val="D6A84B"/>
      </a:accent4>
      <a:accent5>
        <a:srgbClr val="3D6073"/>
      </a:accent5>
      <a:accent6>
        <a:srgbClr val="18A999"/>
      </a:accent6>
      <a:hlink>
        <a:srgbClr val="3D6073"/>
      </a:hlink>
      <a:folHlink>
        <a:srgbClr val="954F72"/>
      </a:folHlink>
    </a:clrScheme>
    <a:fontScheme name="Office">
      <a:majorFont>
        <a:latin typeface="Source Han Sans SC Heavy"/>
        <a:ea typeface="Source Han Sans SC Heavy"/>
        <a:cs typeface="Source Han Sans SC Heavy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ource Han Sans SC Heavy"/>
        <a:ea typeface="Source Han Sans SC Heavy"/>
        <a:cs typeface="Source Han Sans SC Heavy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123B5D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123B5D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123B5D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123B5D"/>
      </a:dk1>
      <a:lt1>
        <a:srgbClr val="FFFFFF"/>
      </a:lt1>
      <a:dk2>
        <a:srgbClr val="123B5D"/>
      </a:dk2>
      <a:lt2>
        <a:srgbClr val="EAF2F7"/>
      </a:lt2>
      <a:accent1>
        <a:srgbClr val="3D6073"/>
      </a:accent1>
      <a:accent2>
        <a:srgbClr val="D6A84B"/>
      </a:accent2>
      <a:accent3>
        <a:srgbClr val="3D6073"/>
      </a:accent3>
      <a:accent4>
        <a:srgbClr val="D6A84B"/>
      </a:accent4>
      <a:accent5>
        <a:srgbClr val="3D6073"/>
      </a:accent5>
      <a:accent6>
        <a:srgbClr val="18A999"/>
      </a:accent6>
      <a:hlink>
        <a:srgbClr val="3D6073"/>
      </a:hlink>
      <a:folHlink>
        <a:srgbClr val="954F72"/>
      </a:folHlink>
    </a:clrScheme>
    <a:fontScheme name="Office">
      <a:majorFont>
        <a:latin typeface="Source Han Sans SC Heavy"/>
        <a:ea typeface="Source Han Sans SC Heavy"/>
        <a:cs typeface="Source Han Sans SC Heavy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ource Han Sans SC Heavy"/>
        <a:ea typeface="Source Han Sans SC Heavy"/>
        <a:cs typeface="Source Han Sans SC Heavy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123B5D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123B5D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123B5D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Source Han Sans SC Heavy"/>
        <a:ea typeface="Source Han Sans SC Heavy"/>
        <a:cs typeface="Source Han Sans SC Heavy"/>
      </a:majorFont>
      <a:minorFont>
        <a:latin typeface="Source Han Sans SC Heavy"/>
        <a:ea typeface="Source Han Sans SC Heavy"/>
        <a:cs typeface="Source Han Sans SC Heavy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