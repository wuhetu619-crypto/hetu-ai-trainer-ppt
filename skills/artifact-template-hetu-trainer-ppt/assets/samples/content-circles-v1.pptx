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8beeb97fe44c87" /><Relationship Type="http://schemas.openxmlformats.org/officeDocument/2006/relationships/extended-properties" Target="/docProps/app.xml" Id="Rc229ac18913b4726" /><Relationship Type="http://schemas.openxmlformats.org/officeDocument/2006/relationships/officeDocument" Target="/ppt/presentation.xml" Id="Rb738ddb6d68f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95b28b4004ec3"/>
    <p:sldMasterId xmlns:r="http://schemas.openxmlformats.org/officeDocument/2006/relationships" id="2147483660" r:id="R55cdb2e6e5fe4d14"/>
    <p:sldMasterId xmlns:r="http://schemas.openxmlformats.org/officeDocument/2006/relationships" id="2147483666" r:id="Rfcdd3acc4f9446af"/>
    <p:sldMasterId xmlns:r="http://schemas.openxmlformats.org/officeDocument/2006/relationships" id="2147483678" r:id="R6e32263d3817490a"/>
  </p:sldMasterIdLst>
  <p:notesMasterIdLst>
    <p:notesMasterId xmlns:r="http://schemas.openxmlformats.org/officeDocument/2006/relationships" r:id="Rb0a45fc911f742db"/>
  </p:notesMasterIdLst>
  <p:sldIdLst>
    <p:sldId xmlns:r="http://schemas.openxmlformats.org/officeDocument/2006/relationships" id="256" r:id="Ra3eda6d72fa44297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d50576b2e94d57" /><Relationship Type="http://schemas.openxmlformats.org/officeDocument/2006/relationships/slideMaster" Target="/ppt/slideMasters/slideMaster1.xml" Id="R5ea95b28b4004ec3" /><Relationship Type="http://schemas.openxmlformats.org/officeDocument/2006/relationships/slideMaster" Target="/ppt/slideMasters/slideMaster2.xml" Id="R55cdb2e6e5fe4d14" /><Relationship Type="http://schemas.openxmlformats.org/officeDocument/2006/relationships/slideMaster" Target="/ppt/slideMasters/slideMaster3.xml" Id="Rfcdd3acc4f9446af" /><Relationship Type="http://schemas.openxmlformats.org/officeDocument/2006/relationships/slideMaster" Target="/ppt/slideMasters/slideMaster4.xml" Id="R6e32263d3817490a" /><Relationship Type="http://schemas.openxmlformats.org/officeDocument/2006/relationships/notesMaster" Target="/ppt/notesMasters/notesMaster1.xml" Id="Rb0a45fc911f742db" /><Relationship Type="http://schemas.openxmlformats.org/officeDocument/2006/relationships/presProps" Target="/ppt/presProps.xml" Id="R3a401c05658f4257" /><Relationship Type="http://schemas.openxmlformats.org/officeDocument/2006/relationships/viewProps" Target="/ppt/viewProps.xml" Id="R9f9847f701b648f8" /><Relationship Type="http://schemas.openxmlformats.org/officeDocument/2006/relationships/tableStyles" Target="/ppt/tableStyles.xml" Id="R1e2aa7f536d243b3" /><Relationship Type="http://schemas.openxmlformats.org/officeDocument/2006/relationships/slide" Target="/ppt/slides/slide1.xml" Id="Ra3eda6d72fa4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2d1d574e78ae48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a1b9603954811" /><Relationship Type="http://schemas.openxmlformats.org/officeDocument/2006/relationships/notesMaster" Target="/ppt/notesMasters/notesMaster1.xml" Id="R0c4073d5f4d141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本页使用用户原始参考课件第 15 页的三幅插图，保留原始图形。三列分别解释手艺传承、工作成果数字化、做事方法组织为 Skill 的课堂叙事。这是讲师的教学归纳，各种载体在现实中长期并存，不代表后一种完全取代前一种。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Office 年份核查：微软官方历史记载 Office for Macintosh 首版于 1989 年 6 月 19 日上市。该日期指首版发布，不表示进入中国的时间。原参考页中的“1988 · Office 诞生”在本页改为“1989 年，Office 首版发布”。核查日期：2026-10-17。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https://news.microsoft.com/about/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https://learn.microsoft.com/en-us/shows/history/history-of-microsoft-1989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的可复用指令、参考资料和模板结构参考：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https://developers.openai.com/plugins/concepts/skills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本页背景为 AI 生成的蓝绿淡色圆形色块，用于呼应整套课件的品牌色；边角色块是装饰背景，不承载课程事实。背景设计兼顾正文清晰与色彩一致性，参考微软关于背景克制、文字对比和远距离可读性的建议：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https://support.microsoft.com/en-us/powerpoint/tips-for-creating-and-delivering-an-effective-presentation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6a1a74982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7bd82019c44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ef9dccab247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eb91ea3e84f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389412f9b4d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9714ebbcf44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a9f5104ce40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b726c74e340a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68c9a1c1049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16d0be7ae4ab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b32987e60482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908dcea5f7439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284a513ea2488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38f0a808e746a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b5dda087674a5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18991beb59412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210b8c894af4ab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ac84bac89f545c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c585ba9c89468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ae1c0b61774be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b6cacdc35f4a9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77679b70834cb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97a491f4ed47f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033338f1d9455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af3ac58bb649a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f6e15cafcf483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03567bb85b444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4597fbe5e904442" /><Relationship Type="http://schemas.openxmlformats.org/officeDocument/2006/relationships/image" Target="/ppt/media/image2.png" Id="R2cfa4950607244f9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B998EE4A-6035-43A8-8AA6-2CA84BD5F4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42096275-78A6-468B-A745-B901A6FCE4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074E85F6-76DD-45AC-B25C-C55C51C805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E767FC8-C01B-4188-B33C-D579C28E2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67A135CE-4C38-4BD2-A51A-0A17B6D18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C629A8B9-4DFB-46B8-8FE8-7046B53D6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85D9AD33-6B1B-4828-9B32-F79D8158B6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9C276BA-410B-4A69-83C3-033460DA96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B827C04-C4B0-4D8F-97BA-3B074773D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E4839FBC-F742-44B5-8348-C9B6E51926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8114777-9F72-4B1F-9FFF-526240628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D165A35B-F7C0-4422-A2C3-EA5186C72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4B8570FB-5C22-43BF-8E3D-200BABED9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52D9E8FF-565A-489A-9121-5805168283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9F762BA4-6D8E-426D-A700-FD4DA23EBB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C43CC8DD-938E-4A0A-AD47-910860D81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0DC47D59-A3EB-44D0-8D25-BCCD27D43F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6B15-647E-446E-B653-1DBE274BEC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979E4FC4-727D-41F7-A4D0-0B4D553F79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0CE6A874-5D95-4D43-9DB6-D42E590A8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DEEE2FD0-875E-4422-B535-DAE0482C01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11D444F-F2E5-4327-96F1-929BAA2DF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803D10C-A48D-4223-B688-A704D89DC8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6E4B08C-FEE5-4119-99B4-92E92CF9FE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2589022-B713-4536-8E96-9091E5B1D5B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F50FE-7CC3-45F2-9CF9-A3C17E04259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531FB2E-380F-4361-B3E4-3082E89D5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163905A9-AB32-4B42-8CF4-77E6037BC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FEDCC8CA-A84A-4769-BE9C-B573E51E71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FDEAB609-58EB-4A0C-85A3-65E52ABA6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A798A262-C53D-45EB-8B56-6F7DD4420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8B552A7F-370F-46A5-B847-E98A09660D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DED4A350-C972-4149-9AFB-2AA84C4D4F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9465BCC2-6C63-40A8-8C88-5C08F78833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BED7A245-9218-4400-BDE9-A38680B7D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127ECA6B-2A52-40F1-8EDF-C7FE84576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A1D5AB52-0064-4C43-9FCC-70C52D967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44C0BDFA-0BB5-40E8-8D80-47725955FE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8BBA35D9-F0B3-4E5D-A1E7-1F8EFADC73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C1A0F52F-1FB4-43A3-873D-34C3737FF8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198A8D97-E9CC-4898-B29F-B5A7C3E3A4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A0709421-B630-43F7-8728-77CC38CD41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A38A567B-96BB-4BBF-B182-EBB2BAF05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29B535E-BA21-4DDB-8933-9EEA428C6F2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561A7B7A-C1F7-4ABE-BB32-19561743D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A10BF80A-3BEF-4EFE-BB18-5C31FDEAF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967A3021-7015-457C-B4CE-FBE1FF2BB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8AFD777-7D08-4513-A48B-D44361A9B3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9B2753E0-AF89-4688-BA1A-505D0B011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ADE7DC2A-AEC4-4F08-AA6F-5D5D967597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83CA290C-C096-4E93-96E2-10AC9FD63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16F88D6D-45E8-4ED0-856C-56C061ECD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6571E705-58E4-4B61-B45F-2251BE984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EC89AFDF-2B87-4452-BAA1-6A99D4929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5E6FE100-7A63-4E6A-9C6D-5396A6445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10168BC3-8B9D-4C17-9884-530B60EC3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1326EA7A-02B2-41C3-BC90-B8B109C267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DBD537F6-351A-41B3-A5EC-94741CADAB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DEFAULT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C041BC0-2162-4583-B914-BE0B92FA725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1DC9B09-52FC-44DD-91ED-5A74521A9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marL="749300" indent="-406400" algn="l">
              <a:lnSpc>
                <a:spcPct val="100000"/>
              </a:lnSpc>
              <a:buNone/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等线"/>
              </a:defRPr>
            </a:lvl1pPr>
            <a:lvl2pPr marL="1098550" indent="-355600">
              <a:buNone/>
              <a:defRPr/>
            </a:lvl2pPr>
            <a:lvl3pPr marL="1447800" indent="-304800">
              <a:buNone/>
              <a:defRPr/>
            </a:lvl3pPr>
            <a:lvl4pPr marL="1854200" indent="-254000">
              <a:buNone/>
              <a:defRPr/>
            </a:lvl4pPr>
            <a:lvl5pPr marL="2311400" indent="-254000">
              <a:buNone/>
              <a:defRPr/>
            </a:lvl5pPr>
            <a:lvl6pPr marL="2768600" indent="-254000">
              <a:buNone/>
              <a:defRPr/>
            </a:lvl6pPr>
            <a:lvl7pPr marL="3225800" indent="-254000">
              <a:buNone/>
              <a:defRPr/>
            </a:lvl7pPr>
            <a:lvl8pPr marL="3683000" indent="-254000">
              <a:buNone/>
              <a:defRPr/>
            </a:lvl8pPr>
            <a:lvl9pPr marL="4140200" indent="-254000">
              <a:buNone/>
              <a:defRPr/>
            </a:lvl9pPr>
          </a:lstStyle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3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单击此处编辑母版文本样式</a:t>
            </a:r>
            <a:endParaRPr sz="32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第二级</a:t>
            </a:r>
            <a:endParaRPr sz="28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第三级</a:t>
            </a:r>
            <a:endParaRPr sz="24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第四级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第五级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6277073-6569-44F5-B6BA-F2949A60BA6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F6ECA77-4B23-4CD7-92EC-3F6DE14855BD}"/>
              </a:ext>
            </a:extLst>
          </p:cNvPr>
          <p:cNvSpPr>
            <a:spLocks xmlns:a="http://schemas.openxmlformats.org/drawingml/2006/main" noGrp="1"/>
          </p:cNvSpPr>
          <p:nvPr>
            <p:ph type="body" idx="4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8C789E8-E900-4D8C-B434-0033481DD5E2}"/>
              </a:ext>
            </a:extLst>
          </p:cNvPr>
          <p:cNvSpPr>
            <a:spLocks xmlns:a="http://schemas.openxmlformats.org/drawingml/2006/main" noGrp="1"/>
          </p:cNvSpPr>
          <p:nvPr>
            <p:ph type="body" idx="5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21431AF-A860-4502-B60E-4EC7105DBC13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B2325FC-EE9E-43FE-BD1C-49CF193E6567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D6AD2C9-3257-4F69-94DB-5A24C1C9A49F}"/>
              </a:ext>
            </a:extLst>
          </p:cNvPr>
          <p:cNvSpPr>
            <a:spLocks xmlns:a="http://schemas.openxmlformats.org/drawingml/2006/main" noGrp="1"/>
          </p:cNvSpPr>
          <p:nvPr>
            <p:ph type="body" idx="8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313E2AE-1612-4790-A376-54EFFA576F19}"/>
              </a:ext>
            </a:extLst>
          </p:cNvPr>
          <p:cNvSpPr>
            <a:spLocks xmlns:a="http://schemas.openxmlformats.org/drawingml/2006/main" noGrp="1"/>
          </p:cNvSpPr>
          <p:nvPr>
            <p:ph type="body" idx="9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1501600-227C-4AE9-A201-4D8EC6408FF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40AE92-706C-4D14-9B8E-E02E96D9909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38F13A5-C674-40EA-A537-161CEA327A9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712FC82-7B32-4649-A3EC-3FF17355490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D757E89-AB54-458B-98BD-AB6F7BE0A8F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0CE49B-B123-4DD1-8685-29A83210AB51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B22B8E-6DB1-4B2E-9DFF-82019284FDD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21E49D9-A43D-47A7-8BA5-CF6C83ABFE86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5F37449-D3AC-46CE-9BB7-8627D0901298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502DA0D-53D2-4D41-A53D-C4AB20E4B3C3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38AEDFC-19CB-445E-A11E-C229E7B4FC94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467C0FC-3ABA-4C96-8954-D467DA9B40D5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DDECF46-047E-48F6-8C9B-C85CEF13D953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4A2E51A-61BB-41F1-831D-4F4922B2B93E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6384FB5-D235-418A-9508-508370F396FA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5AE0327-C458-4B81-B050-0CB86466D7F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BDE21A3-78C8-4485-A8CC-B963A1AD0093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11ADAE1-9D28-4470-BCA0-7A23759FFABE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6637494-9916-4358-97EA-D0ED52C2FF0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3D9AE0F-BE05-4062-B6AF-4EB27E66043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977E0A3-B70B-42DE-875B-5523E4D9818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053CC8-77BE-4483-BCA9-2CBD535B6CA5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3DC3CE7-9F54-4A5E-933B-819B80F13762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2CC82C6-4D29-4E31-BCEE-781C56344896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2F95E44-39CB-4602-A016-B9010F9268A7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89BD167-25B2-4B31-8DA7-4941C51B8425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0D3E201-4448-457F-8E13-2A97E67BA3A1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8B39386-E47F-4395-8FD2-9F722BF4700E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FD59DEB-FF9E-46CF-89AE-70F363C3C201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6F52D3B-0262-4E09-80D7-92C92B84011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CB5DBCE-0BC0-48FE-97EA-097693424165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A7C5EFF-D802-4D17-8ACC-066CB8284ECA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1631175-3417-4E53-A41A-81DD54BE5713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0FC8116-E572-414A-A488-9E3582A7CF14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8801AC2-E10A-4559-B8D6-9D5C67BB2B39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F5A197D-AABB-4E60-AAFF-E385EF908583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9E29911-FE20-4163-8031-7A4EE4DBB3F2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B0A179-29D3-4B07-911E-3E00A3A7E5E2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D066175-7429-4302-8C1B-E9B90667E7E6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4E77223-4F99-4FE9-BD61-233B3864FCF7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6533EA4-E381-4B7A-AA5B-5CB79FDD5AF9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E4A4FA3-01D2-4AB4-8C47-B4E3BCF14C28}"/>
              </a:ext>
            </a:extLst>
          </p:cNvPr>
          <p:cNvSpPr>
            <a:spLocks xmlns:a="http://schemas.openxmlformats.org/drawingml/2006/main" noGrp="1"/>
          </p:cNvSpPr>
          <p:nvPr>
            <p:ph type="body" idx="56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A05E61C-EF54-43C5-B949-56661BA8A768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077C391-DD23-4C79-B887-E4B3C2CE0AC0}"/>
              </a:ext>
            </a:extLst>
          </p:cNvPr>
          <p:cNvSpPr>
            <a:spLocks xmlns:a="http://schemas.openxmlformats.org/drawingml/2006/main" noGrp="1"/>
          </p:cNvSpPr>
          <p:nvPr>
            <p:ph type="pic" idx="58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lIns="63500" tIns="63500" rIns="63500" bIns="63500" anchor="ctr"/>
          <a:lstStyle xmlns:a="http://schemas.openxmlformats.org/drawingml/2006/main"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BF5177F-F33A-4750-8FF8-314960F42175}"/>
              </a:ext>
            </a:extLst>
          </p:cNvPr>
          <p:cNvSpPr>
            <a:spLocks xmlns:a="http://schemas.openxmlformats.org/drawingml/2006/main" noGrp="1"/>
          </p:cNvSpPr>
          <p:nvPr>
            <p:ph type="body" idx="59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170A06C-068F-47F2-B024-BE9CD0DD0DC9}"/>
              </a:ext>
            </a:extLst>
          </p:cNvPr>
          <p:cNvSpPr>
            <a:spLocks xmlns:a="http://schemas.openxmlformats.org/drawingml/2006/main" noGrp="1"/>
          </p:cNvSpPr>
          <p:nvPr>
            <p:ph type="body" idx="6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F3D9C08-A7CF-4E7D-A63E-B27BC5BC6715}"/>
              </a:ext>
            </a:extLst>
          </p:cNvPr>
          <p:cNvSpPr>
            <a:spLocks xmlns:a="http://schemas.openxmlformats.org/drawingml/2006/main" noGrp="1"/>
          </p:cNvSpPr>
          <p:nvPr>
            <p:ph type="body" idx="6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4521E0A-52E9-4A4D-89B8-A670341F1929}"/>
              </a:ext>
            </a:extLst>
          </p:cNvPr>
          <p:cNvSpPr>
            <a:spLocks xmlns:a="http://schemas.openxmlformats.org/drawingml/2006/main" noGrp="1"/>
          </p:cNvSpPr>
          <p:nvPr>
            <p:ph type="body" idx="6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60162A-5789-427A-B21D-13D70456E420}"/>
              </a:ext>
            </a:extLst>
          </p:cNvPr>
          <p:cNvSpPr>
            <a:spLocks xmlns:a="http://schemas.openxmlformats.org/drawingml/2006/main" noGrp="1"/>
          </p:cNvSpPr>
          <p:nvPr>
            <p:ph type="body" idx="63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A3C9124-D4FB-4E2F-BE7C-4061B58B8EF0}"/>
              </a:ext>
            </a:extLst>
          </p:cNvPr>
          <p:cNvSpPr>
            <a:spLocks xmlns:a="http://schemas.openxmlformats.org/drawingml/2006/main" noGrp="1"/>
          </p:cNvSpPr>
          <p:nvPr>
            <p:ph type="body" idx="64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42BB2DE-4451-49B3-A93B-B588FBA17CA6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6BE7B0F-2409-4870-A9CC-661D94BE5EEB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55DC09B-4E41-431C-9A22-8EC42D2EBDAA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D63C3A4-3BBA-4BB6-9F9F-2095CC17602E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29B7703-5959-4EC6-8675-00931D657AC2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B9FF0C5-04A9-4D24-87C9-7C48FD9857E5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725F33F-B52D-45DE-B7F0-51ECCA4DC02D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D9CAF26-B1E4-48FD-B841-A3E9CD5AC05E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62456E8-E0C9-422F-AD0A-2A7F258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7000">
                <a:srgbClr val="5672B5"/>
              </a:gs>
              <a:gs pos="85000">
                <a:srgbClr val="182031"/>
              </a:gs>
            </a:gsLst>
            <a:lin ang="16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36C4356D-0014-408C-AF6C-DF69480C5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a49506072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315" y="267970"/>
            <a:ext cx="11724005" cy="6356350"/>
          </a:xfrm>
          <a:prstGeom xmlns:a="http://schemas.openxmlformats.org/drawingml/2006/main" prst="octagon">
            <a:avLst>
              <a:gd name="adj" fmla="val 3904"/>
            </a:avLst>
          </a:prstGeom>
        </p:spPr>
      </p:pic>
      <p:sp>
        <p:nvSpPr>
          <p:cNvPr id="8" name="八边形 7">
            <a:extLst xmlns:a="http://schemas.openxmlformats.org/drawingml/2006/main">
              <a:ext uri="{FF2B5EF4-FFF2-40B4-BE49-F238E27FC236}">
                <a16:creationId xmlns:a16="http://schemas.microsoft.com/office/drawing/2014/main" id="{76462139-D037-424A-8868-9335FD69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9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E7A5ACB2-2291-4490-9CBE-2317B9FF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0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5E2DFD01-55F4-4173-8EE1-7199084D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2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D2983D65-A491-451A-8EC3-E734AFE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25982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91314D-5E9F-4C36-B058-AD33D9AF2E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32180" y="1704340"/>
            <a:ext cx="6276340" cy="20256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E70E666-65A0-4413-8DAE-AF332C65C61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32180" y="3873500"/>
            <a:ext cx="6276340" cy="97218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>
                <a:solidFill>
                  <a:srgbClr val="F9FBF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AA8FBE3-AB1B-4A1D-B9AF-74723C7CB5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0AB96C-6774-4EF9-8C8D-1995C3AB7D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D34927-B887-49B9-9B24-9691CC111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9f972032504030" /><Relationship Type="http://schemas.openxmlformats.org/officeDocument/2006/relationships/slideLayout" Target="/ppt/slideLayouts/slideLayout1.xml" Id="R95249728c430411d" /><Relationship Type="http://schemas.openxmlformats.org/officeDocument/2006/relationships/slideLayout" Target="/ppt/slideLayouts/slideLayout2.xml" Id="R3e9e44b15249451a" /><Relationship Type="http://schemas.openxmlformats.org/officeDocument/2006/relationships/slideLayout" Target="/ppt/slideLayouts/slideLayout3.xml" Id="R205254353cbe4b54" /><Relationship Type="http://schemas.openxmlformats.org/officeDocument/2006/relationships/slideLayout" Target="/ppt/slideLayouts/slideLayout4.xml" Id="R87310def2d494d4c" /><Relationship Type="http://schemas.openxmlformats.org/officeDocument/2006/relationships/slideLayout" Target="/ppt/slideLayouts/slideLayout5.xml" Id="R2e4d56018132465a" /><Relationship Type="http://schemas.openxmlformats.org/officeDocument/2006/relationships/slideLayout" Target="/ppt/slideLayouts/slideLayout6.xml" Id="R1a2eda199e0c4460" /><Relationship Type="http://schemas.openxmlformats.org/officeDocument/2006/relationships/slideLayout" Target="/ppt/slideLayouts/slideLayout7.xml" Id="Rb5aae4558f014d85" /><Relationship Type="http://schemas.openxmlformats.org/officeDocument/2006/relationships/slideLayout" Target="/ppt/slideLayouts/slideLayout8.xml" Id="Rd839dbd597284ed7" /><Relationship Type="http://schemas.openxmlformats.org/officeDocument/2006/relationships/slideLayout" Target="/ppt/slideLayouts/slideLayout9.xml" Id="R45ca9891bcbc42f0" /><Relationship Type="http://schemas.openxmlformats.org/officeDocument/2006/relationships/slideLayout" Target="/ppt/slideLayouts/slideLayout10.xml" Id="R7d60733cc8b5477f" /><Relationship Type="http://schemas.openxmlformats.org/officeDocument/2006/relationships/slideLayout" Target="/ppt/slideLayouts/slideLayout11.xml" Id="R42c3952fa86946e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5ec270eaf5f4fc4" /><Relationship Type="http://schemas.openxmlformats.org/officeDocument/2006/relationships/slideLayout" Target="/ppt/slideLayouts/slideLayout12.xml" Id="Re7c5e97faf6b4888" /><Relationship Type="http://schemas.openxmlformats.org/officeDocument/2006/relationships/slideLayout" Target="/ppt/slideLayouts/slideLayout13.xml" Id="R12522c5e98a94194" /><Relationship Type="http://schemas.openxmlformats.org/officeDocument/2006/relationships/slideLayout" Target="/ppt/slideLayouts/slideLayout14.xml" Id="R0c2c90ca18b84a31" /><Relationship Type="http://schemas.openxmlformats.org/officeDocument/2006/relationships/slideLayout" Target="/ppt/slideLayouts/slideLayout15.xml" Id="R88d609d73b2845d1" /><Relationship Type="http://schemas.openxmlformats.org/officeDocument/2006/relationships/slideLayout" Target="/ppt/slideLayouts/slideLayout16.xml" Id="R5abb9409b9cd481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0db6c94a66c41af" /><Relationship Type="http://schemas.openxmlformats.org/officeDocument/2006/relationships/slideLayout" Target="/ppt/slideLayouts/slideLayout17.xml" Id="Rfd20af41f3ca4f7a" /><Relationship Type="http://schemas.openxmlformats.org/officeDocument/2006/relationships/slideLayout" Target="/ppt/slideLayouts/slideLayout18.xml" Id="R412143d0a9c942d1" /><Relationship Type="http://schemas.openxmlformats.org/officeDocument/2006/relationships/slideLayout" Target="/ppt/slideLayouts/slideLayout19.xml" Id="Re3c4f1feed294507" /><Relationship Type="http://schemas.openxmlformats.org/officeDocument/2006/relationships/slideLayout" Target="/ppt/slideLayouts/slideLayout20.xml" Id="R1cef8aff4d204ef5" /><Relationship Type="http://schemas.openxmlformats.org/officeDocument/2006/relationships/slideLayout" Target="/ppt/slideLayouts/slideLayout21.xml" Id="R3c33602281f34725" /><Relationship Type="http://schemas.openxmlformats.org/officeDocument/2006/relationships/slideLayout" Target="/ppt/slideLayouts/slideLayout22.xml" Id="R666f0d6e1ebf4155" /><Relationship Type="http://schemas.openxmlformats.org/officeDocument/2006/relationships/slideLayout" Target="/ppt/slideLayouts/slideLayout23.xml" Id="R6aecabdbffa646bd" /><Relationship Type="http://schemas.openxmlformats.org/officeDocument/2006/relationships/slideLayout" Target="/ppt/slideLayouts/slideLayout24.xml" Id="Ra019b9912d8746c9" /><Relationship Type="http://schemas.openxmlformats.org/officeDocument/2006/relationships/slideLayout" Target="/ppt/slideLayouts/slideLayout25.xml" Id="Rd8fd63677fee484c" /><Relationship Type="http://schemas.openxmlformats.org/officeDocument/2006/relationships/slideLayout" Target="/ppt/slideLayouts/slideLayout26.xml" Id="R33debf276ca84f2d" /><Relationship Type="http://schemas.openxmlformats.org/officeDocument/2006/relationships/slideLayout" Target="/ppt/slideLayouts/slideLayout27.xml" Id="Recb437a516064d3b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30bd1605a3904f2c" /><Relationship Type="http://schemas.openxmlformats.org/officeDocument/2006/relationships/theme" Target="/ppt/slideMasters/theme/theme5.xml" Id="R021ddfc89a0f4120" /><Relationship Type="http://schemas.openxmlformats.org/officeDocument/2006/relationships/slideLayout" Target="/ppt/slideLayouts/slideLayout28.xml" Id="Reedeedde85624e9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519CF1B9-C1E8-43D7-AFE7-A3C291DE0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F14A6CD-4D83-4CAC-B9C7-159A74E900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FBA3F3C9-9589-4D54-BFA0-4C526B7B79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C5B3747-6B43-4962-82FD-8E7BB55BE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7CFAC43-D541-48B4-831E-8CDBB12959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49728c430411d"/>
    <p:sldLayoutId xmlns:r="http://schemas.openxmlformats.org/officeDocument/2006/relationships" id="2147483650" r:id="R3e9e44b15249451a"/>
    <p:sldLayoutId xmlns:r="http://schemas.openxmlformats.org/officeDocument/2006/relationships" id="2147483651" r:id="R205254353cbe4b54"/>
    <p:sldLayoutId xmlns:r="http://schemas.openxmlformats.org/officeDocument/2006/relationships" id="2147483652" r:id="R87310def2d494d4c"/>
    <p:sldLayoutId xmlns:r="http://schemas.openxmlformats.org/officeDocument/2006/relationships" id="2147483653" r:id="R2e4d56018132465a"/>
    <p:sldLayoutId xmlns:r="http://schemas.openxmlformats.org/officeDocument/2006/relationships" id="2147483654" r:id="R1a2eda199e0c4460"/>
    <p:sldLayoutId xmlns:r="http://schemas.openxmlformats.org/officeDocument/2006/relationships" id="2147483655" r:id="Rb5aae4558f014d85"/>
    <p:sldLayoutId xmlns:r="http://schemas.openxmlformats.org/officeDocument/2006/relationships" id="2147483656" r:id="Rd839dbd597284ed7"/>
    <p:sldLayoutId xmlns:r="http://schemas.openxmlformats.org/officeDocument/2006/relationships" id="2147483657" r:id="R45ca9891bcbc42f0"/>
    <p:sldLayoutId xmlns:r="http://schemas.openxmlformats.org/officeDocument/2006/relationships" id="2147483658" r:id="R7d60733cc8b5477f"/>
    <p:sldLayoutId xmlns:r="http://schemas.openxmlformats.org/officeDocument/2006/relationships" id="2147483659" r:id="R42c3952fa86946e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7c5e97faf6b4888"/>
    <p:sldLayoutId xmlns:r="http://schemas.openxmlformats.org/officeDocument/2006/relationships" id="2147483662" r:id="R12522c5e98a94194"/>
    <p:sldLayoutId xmlns:r="http://schemas.openxmlformats.org/officeDocument/2006/relationships" id="2147483663" r:id="R0c2c90ca18b84a31"/>
    <p:sldLayoutId xmlns:r="http://schemas.openxmlformats.org/officeDocument/2006/relationships" id="2147483664" r:id="R88d609d73b2845d1"/>
    <p:sldLayoutId xmlns:r="http://schemas.openxmlformats.org/officeDocument/2006/relationships" id="2147483665" r:id="R5abb9409b9cd48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D2048F83-2B22-4EBE-857B-C018F80D1ED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37C5B48-EAAE-4D31-913B-14E2F49795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D0879B9-A549-44F8-B352-6EC3B836024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7763C09-DF2B-40F1-99C5-FA35D8469A8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6DBC8B6-830C-4FB9-A038-79E751B423B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fd20af41f3ca4f7a"/>
    <p:sldLayoutId xmlns:r="http://schemas.openxmlformats.org/officeDocument/2006/relationships" id="2147483668" r:id="R412143d0a9c942d1"/>
    <p:sldLayoutId xmlns:r="http://schemas.openxmlformats.org/officeDocument/2006/relationships" id="2147483669" r:id="Re3c4f1feed294507"/>
    <p:sldLayoutId xmlns:r="http://schemas.openxmlformats.org/officeDocument/2006/relationships" id="2147483670" r:id="R1cef8aff4d204ef5"/>
    <p:sldLayoutId xmlns:r="http://schemas.openxmlformats.org/officeDocument/2006/relationships" id="2147483671" r:id="R3c33602281f34725"/>
    <p:sldLayoutId xmlns:r="http://schemas.openxmlformats.org/officeDocument/2006/relationships" id="2147483672" r:id="R666f0d6e1ebf4155"/>
    <p:sldLayoutId xmlns:r="http://schemas.openxmlformats.org/officeDocument/2006/relationships" id="2147483673" r:id="R6aecabdbffa646bd"/>
    <p:sldLayoutId xmlns:r="http://schemas.openxmlformats.org/officeDocument/2006/relationships" id="2147483674" r:id="Ra019b9912d8746c9"/>
    <p:sldLayoutId xmlns:r="http://schemas.openxmlformats.org/officeDocument/2006/relationships" id="2147483675" r:id="Rd8fd63677fee484c"/>
    <p:sldLayoutId xmlns:r="http://schemas.openxmlformats.org/officeDocument/2006/relationships" id="2147483676" r:id="R33debf276ca84f2d"/>
    <p:sldLayoutId xmlns:r="http://schemas.openxmlformats.org/officeDocument/2006/relationships" id="2147483677" r:id="Recb437a516064d3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八边形 42">
            <a:extLst xmlns:a="http://schemas.openxmlformats.org/drawingml/2006/main">
              <a:ext uri="{FF2B5EF4-FFF2-40B4-BE49-F238E27FC236}">
                <a16:creationId xmlns:a16="http://schemas.microsoft.com/office/drawing/2014/main" id="{FC2C0B82-710B-4D47-AFA3-081CEC0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44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493B7F38-8A5E-433E-87A2-B0F22A5C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5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EF1FDF0F-CA53-4A2A-9182-ED64E5D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6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4B0D9CDE-C9D1-4482-8C03-02466F6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259820" y="23050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5" name="八边形 34" hidden="1">
            <a:extLst xmlns:a="http://schemas.openxmlformats.org/drawingml/2006/main">
              <a:ext uri="{FF2B5EF4-FFF2-40B4-BE49-F238E27FC236}">
                <a16:creationId xmlns:a16="http://schemas.microsoft.com/office/drawing/2014/main" id="{68470B40-A3A4-481E-8D1D-600BB778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4955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solidFill xmlns:a="http://schemas.openxmlformats.org/drawingml/2006/main">
            <a:schemeClr val="accent1">
              <a:alpha val="19000"/>
            </a:schemeClr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412B7892-E937-4771-8B66-614778194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d1605a390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0000">
            <a:off x="11021770" y="5612998"/>
            <a:ext cx="1139190" cy="1216025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F072B54-30DA-4F8A-ABE5-67ECAEB87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B693299-F14F-461F-B246-82E35B491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1A77BEC-E6E7-43F3-AA85-B84AB6D8D9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FCAEB33-998F-4BBD-A5A7-CE64DE86AE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2199B1-D6EC-44D4-8A65-057B908F8B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AC385ACF-76B1-47BF-8A63-424C6FCB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eedeedde85624e9c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科技ai汇报主题模板">
  <a:themeElements>
    <a:clrScheme name="自定义 502">
      <a:dk1>
        <a:srgbClr val="000000"/>
      </a:dk1>
      <a:lt1>
        <a:srgbClr val="FFFFFF"/>
      </a:lt1>
      <a:dk2>
        <a:srgbClr val="1B2438"/>
      </a:dk2>
      <a:lt2>
        <a:srgbClr val="F0F7FE"/>
      </a:lt2>
      <a:accent1>
        <a:srgbClr val="418FF9"/>
      </a:accent1>
      <a:accent2>
        <a:srgbClr val="7B5EB6"/>
      </a:accent2>
      <a:accent3>
        <a:srgbClr val="4C74D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自定义 45">
      <a:majorFont>
        <a:latin typeface="Arial"/>
        <a:ea typeface="汉仪雅酷黑 65W"/>
        <a:cs typeface=""/>
      </a:majorFont>
      <a:minorFont>
        <a:latin typeface="Arial"/>
        <a:ea typeface="微软雅黑"/>
        <a:cs typeface=""/>
      </a:minorFont>
    </a:fontScheme>
    <a:fmtScheme name="自定义 50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c2c89ade354098" /><Relationship Type="http://schemas.openxmlformats.org/officeDocument/2006/relationships/image" Target="/ppt/media/image3.png" Id="R2b65862a4cbd44c5" /><Relationship Type="http://schemas.openxmlformats.org/officeDocument/2006/relationships/image" Target="/ppt/media/image4.png" Id="R4c7711ae90784404" /><Relationship Type="http://schemas.openxmlformats.org/officeDocument/2006/relationships/image" Target="/ppt/media/image5.png" Id="R56c82ca015434ab5" /><Relationship Type="http://schemas.openxmlformats.org/officeDocument/2006/relationships/image" Target="/ppt/media/image6.png" Id="Re4f6fde8ce944666" /><Relationship Type="http://schemas.openxmlformats.org/officeDocument/2006/relationships/image" Target="/ppt/media/image7.png" Id="Rd2314ccf46874a43" /><Relationship Type="http://schemas.openxmlformats.org/officeDocument/2006/relationships/notesSlide" Target="/ppt/notesSlides/notesSlide1.xml" Id="R27b250316d0243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E220B-DBDE-4DC2-A40A-8E3CF5567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5862a4cbd44c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78E81F-1138-4446-A0E3-0B5B8C8E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AC1107-E28C-4709-8C83-AB77286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3817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手艺的三次变迁</a:t>
            </a:r>
            <a:endParaRPr sz="1100" b="1">
              <a:latin typeface="HYQiHeiKW 85S"/>
              <a:ea typeface="HYQiHeiKW 85S"/>
              <a:cs typeface="HYQiHeiKW 85S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F9CB365-064A-41E4-ACA8-2432DFA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手工业时代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0A48AF0-93EB-4F16-9407-F650DCA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靠示范和练习传授手艺。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经验依赖匠人的理解与判断。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主要载体是人与现场实践。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9BA78F0-C087-4147-9A1A-7A05BE7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办公软件时代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65CAB3F-5CCB-46CF-8CA9-DCAABB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1989 年，Office 首版发布。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文档、表格、演示保存成果。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做事方法仍需进一步写清。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7A5A2E3-3539-48B6-9AC6-F2062E50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352800" cy="4667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ctr">
              <a:defRPr sz="2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ctr">
              <a:lnSpc>
                <a:spcPct val="120000"/>
              </a:lnSpc>
              <a:buNone/>
              <a:defRPr sz="26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6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AI 与 Skill 时代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FA87731-5552-45B4-9425-477F0E7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3352800" cy="952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把经验整理成步骤与判断。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配好样例、模板和验收要求。</a:t>
            </a:r>
            <a:endParaRPr sz="1100"/>
          </a:p>
          <a:p xmlns:a="http://schemas.openxmlformats.org/drawingml/2006/main">
            <a:pPr marL="0" indent="0" algn="l">
              <a:lnSpc>
                <a:spcPct val="120000"/>
              </a:lnSpc>
              <a:buNone/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 i="0" u="none" strike="noStrike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让 AI 按明确的方法执行。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DD7A223-40DC-4047-B7C0-1A79F32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61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20000"/>
              </a:lnSpc>
              <a:buNone/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既保存“做出了什么”，也写清“怎样做、怎样判断”。</a:t>
            </a:r>
            <a:endParaRPr sz="1100"/>
          </a:p>
        </p:txBody>
      </p:sp>
      <p:sp>
        <p:nvSpPr>
          <p:cNvPr id="17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DCB5380-E8E8-4A19-8337-B8FAC74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工作成果可以数字化，做事方法也可以沉淀为 Skill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45621-66D1-4100-AE42-103D3B026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711ae90784404"/>
          <a:srcRect xmlns:a="http://schemas.openxmlformats.org/drawingml/2006/main" l="0" t="0" r="66667" b="0"/>
          <a:stretch xmlns:a="http://schemas.openxmlformats.org/drawingml/2006/main"/>
        </p:blipFill>
        <p:spPr>
          <a:xfrm xmlns:a="http://schemas.openxmlformats.org/drawingml/2006/main">
            <a:off x="1276350" y="1562100"/>
            <a:ext cx="2171700" cy="2171700"/>
          </a:xfrm>
          <a:prstGeom xmlns:a="http://schemas.openxmlformats.org/drawingml/2006/main" prst="rect">
            <a:avLst/>
          </a:prstGeom>
        </p:spPr>
      </p:pic>
      <p:cxnSp>
        <p:nvCxnSpPr>
          <p:cNvPr id="19" name="editable-progression-1">
            <a:extLst xmlns:a="http://schemas.openxmlformats.org/drawingml/2006/main">
              <a:ext uri="{FF2B5EF4-FFF2-40B4-BE49-F238E27FC236}">
                <a16:creationId xmlns:a16="http://schemas.microsoft.com/office/drawing/2014/main" id="{680AF412-A979-4A01-B80C-9B547A02CE05}"/>
              </a:ext>
            </a:extLst>
          </p:cNvPr>
          <p:cNvCxnSpPr/>
          <p:nvPr/>
        </p:nvCxnSpPr>
        <p:spPr>
          <a:xfrm xmlns:a="http://schemas.openxmlformats.org/drawingml/2006/main">
            <a:off x="4057650" y="2647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med" len="med"/>
          </a:ln>
        </p:spPr>
      </p:cxn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D547F-32D3-4A7D-89E2-84AA9A2FB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82ca015434ab5"/>
          <a:srcRect xmlns:a="http://schemas.openxmlformats.org/drawingml/2006/main" l="33333" t="0" r="33333" b="0"/>
          <a:stretch xmlns:a="http://schemas.openxmlformats.org/drawingml/2006/main"/>
        </p:blipFill>
        <p:spPr>
          <a:xfrm xmlns:a="http://schemas.openxmlformats.org/drawingml/2006/main">
            <a:off x="5010150" y="1562100"/>
            <a:ext cx="2171700" cy="2171700"/>
          </a:xfrm>
          <a:prstGeom xmlns:a="http://schemas.openxmlformats.org/drawingml/2006/main" prst="rect">
            <a:avLst/>
          </a:prstGeom>
        </p:spPr>
      </p:pic>
      <p:cxnSp>
        <p:nvCxnSpPr>
          <p:cNvPr id="21" name="editable-progression-2">
            <a:extLst xmlns:a="http://schemas.openxmlformats.org/drawingml/2006/main">
              <a:ext uri="{FF2B5EF4-FFF2-40B4-BE49-F238E27FC236}">
                <a16:creationId xmlns:a16="http://schemas.microsoft.com/office/drawing/2014/main" id="{147050D4-25F1-4C99-AB8A-72E4770B62FA}"/>
              </a:ext>
            </a:extLst>
          </p:cNvPr>
          <p:cNvCxnSpPr/>
          <p:nvPr/>
        </p:nvCxnSpPr>
        <p:spPr>
          <a:xfrm xmlns:a="http://schemas.openxmlformats.org/drawingml/2006/main">
            <a:off x="7791450" y="2647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med" len="med"/>
          </a:ln>
        </p:spPr>
      </p:cxn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52ECB-5DEB-48D2-97A2-D5AB20A9C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6fde8ce944666"/>
          <a:srcRect xmlns:a="http://schemas.openxmlformats.org/drawingml/2006/main" l="66667" t="0" r="0" b="0"/>
          <a:stretch xmlns:a="http://schemas.openxmlformats.org/drawingml/2006/main"/>
        </p:blipFill>
        <p:spPr>
          <a:xfrm xmlns:a="http://schemas.openxmlformats.org/drawingml/2006/main">
            <a:off x="8743950" y="1562100"/>
            <a:ext cx="2171700" cy="21717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C803E-709E-4BB3-85D5-6FCD70C5B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14ccf46874a43"/>
          <a:srcRect xmlns:a="http://schemas.openxmlformats.org/drawingml/2006/main" l="6458" t="22500" r="6510" b="22407"/>
          <a:stretch xmlns:a="http://schemas.openxmlformats.org/drawingml/2006/main"/>
        </p:blipFill>
        <p:spPr>
          <a:xfrm xmlns:a="http://schemas.openxmlformats.org/drawingml/2006/main">
            <a:off x="609600" y="6251712"/>
            <a:ext cx="1104900" cy="393426"/>
          </a:xfrm>
          <a:prstGeom xmlns:a="http://schemas.openxmlformats.org/drawingml/2006/main" prst="rect">
            <a:avLst/>
          </a:prstGeom>
        </p:spPr>
      </p:pic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C7551A-128C-4D17-8BC3-9A12091F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rPr>
              <a:t>01 / 01</a:t>
            </a:r>
          </a:p>
        </p:txBody>
      </p:sp>
    </p:spTree>
    <p:extLst>
      <p:ext uri="{BB962C8B-B14F-4D97-AF65-F5344CB8AC3E}">
        <p14:creationId xmlns:p14="http://schemas.microsoft.com/office/powerpoint/2010/main" val="113295782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2026-10-17T11:20:47.9170000Z</dcterms:created>
  <dcterms:modified xsi:type="dcterms:W3CDTF">2026-10-17T11:20:47.9170000Z</dcterms:modified>
</coreProperties>
</file>