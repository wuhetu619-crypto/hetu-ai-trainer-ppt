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a8e2e0fd0b4db7" /><Relationship Type="http://schemas.openxmlformats.org/officeDocument/2006/relationships/extended-properties" Target="/docProps/app.xml" Id="Rf9cf526651374da2" /><Relationship Type="http://schemas.openxmlformats.org/officeDocument/2006/relationships/officeDocument" Target="/ppt/presentation.xml" Id="R19b93c0db25a45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c5780ba3e5497c"/>
    <p:sldMasterId xmlns:r="http://schemas.openxmlformats.org/officeDocument/2006/relationships" id="2147483660" r:id="Re2090363dd374dbd"/>
    <p:sldMasterId xmlns:r="http://schemas.openxmlformats.org/officeDocument/2006/relationships" id="2147483666" r:id="Rebd97731c90b460f"/>
    <p:sldMasterId xmlns:r="http://schemas.openxmlformats.org/officeDocument/2006/relationships" id="2147483678" r:id="R7708917729184987"/>
  </p:sldMasterIdLst>
  <p:notesMasterIdLst>
    <p:notesMasterId xmlns:r="http://schemas.openxmlformats.org/officeDocument/2006/relationships" r:id="R3492bc638555429a"/>
  </p:notesMasterIdLst>
  <p:sldIdLst>
    <p:sldId xmlns:r="http://schemas.openxmlformats.org/officeDocument/2006/relationships" id="256" r:id="Rd7d0ecc55a534c42"/>
    <p:sldId xmlns:r="http://schemas.openxmlformats.org/officeDocument/2006/relationships" id="257" r:id="R7c2f6baef52b4212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L="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L="457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L="914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L="1371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L="18288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L="22860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L="2743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L="3200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L="3657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109e3ebff84ca6" /><Relationship Type="http://schemas.openxmlformats.org/officeDocument/2006/relationships/slideMaster" Target="/ppt/slideMasters/slideMaster1.xml" Id="R39c5780ba3e5497c" /><Relationship Type="http://schemas.openxmlformats.org/officeDocument/2006/relationships/slideMaster" Target="/ppt/slideMasters/slideMaster2.xml" Id="Re2090363dd374dbd" /><Relationship Type="http://schemas.openxmlformats.org/officeDocument/2006/relationships/slideMaster" Target="/ppt/slideMasters/slideMaster3.xml" Id="Rebd97731c90b460f" /><Relationship Type="http://schemas.openxmlformats.org/officeDocument/2006/relationships/slideMaster" Target="/ppt/slideMasters/slideMaster4.xml" Id="R7708917729184987" /><Relationship Type="http://schemas.openxmlformats.org/officeDocument/2006/relationships/notesMaster" Target="/ppt/notesMasters/notesMaster1.xml" Id="R3492bc638555429a" /><Relationship Type="http://schemas.openxmlformats.org/officeDocument/2006/relationships/presProps" Target="/ppt/presProps.xml" Id="Rd790651616094aea" /><Relationship Type="http://schemas.openxmlformats.org/officeDocument/2006/relationships/viewProps" Target="/ppt/viewProps.xml" Id="Rac4a4f5c23724f13" /><Relationship Type="http://schemas.openxmlformats.org/officeDocument/2006/relationships/tableStyles" Target="/ppt/tableStyles.xml" Id="Rcee25800875c4587" /><Relationship Type="http://schemas.openxmlformats.org/officeDocument/2006/relationships/slide" Target="/ppt/slides/slide1.xml" Id="Rd7d0ecc55a534c42" /><Relationship Type="http://schemas.openxmlformats.org/officeDocument/2006/relationships/slide" Target="/ppt/slides/slide2.xml" Id="R7c2f6baef52b42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06a3aaba925d40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7f2d34a8d746da" /><Relationship Type="http://schemas.openxmlformats.org/officeDocument/2006/relationships/notesMaster" Target="/ppt/notesMasters/notesMaster1.xml" Id="R120fe501d92740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7723036ff8452c" /><Relationship Type="http://schemas.openxmlformats.org/officeDocument/2006/relationships/notesMaster" Target="/ppt/notesMasters/notesMaster1.xml" Id="Rd51d409bd12644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沿用用户提供的原始参考课件第 1 页的背景图、叠层、左对齐构图及原始文案。封面主标题保持单行，使用真实重黑字体；以小幅调整字号、断行和位置恢复明确的阅读层级。开场可询问学员：哪些工作依赖你的经验，这些经验能否写清楚供他人复用？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沿用用户提供的原始参考课件第 2 页的背景、照片、照片位置和图文基本比例。五项介绍完整保留，第一项主动分成两行，避免最后一个字孤立换行。姓名为 36 pt，资历正文为 22 pt，统一左侧起点并保持稳定行距。</a:t>
            </a:r>
            <a:endParaRPr sz="1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b49778dbda4d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acc81772542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bb265f87a49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5f0cd1f0945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a22318c104f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73d1a651d4d0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48653f2ca4d4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14ceafd9a46a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866bea11648a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f5fa076dbf4ad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28e5cfbac4b3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900a77264e47f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940daf3cd8414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31fe944f5c431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e0b3a58fb3454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c01e62b7c79414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6a71cb157fa45e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33dda573743450b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3045ef590284cc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a66e1638d3a47b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b58bfda728141a9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b973889ae37450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5fcefef12274d61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0e6e72098004a1e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176d9ec82474d8a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08d5ab1e87a4dc6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9bb958ce13b448f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18a1623f63f48bf" /><Relationship Type="http://schemas.openxmlformats.org/officeDocument/2006/relationships/image" Target="/ppt/media/image2.png" Id="Re518b051d74042eb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E3BC3428-DA39-4508-AC21-D532058981B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A765DC7E-48ED-424F-8053-5D7EE5EDE3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F3CC8B00-1A4C-4F99-ABD3-64E1C3F7C3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B343F9E2-7C1B-4D83-8C60-E8307E1ED2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42D6A050-C2D0-47D0-A1FF-0B84B7B330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B0B1749-A091-4772-BB26-C15619437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0FE94E02-FD71-4133-8A3D-94EBE06105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D288C957-FFC6-4106-9F35-866C0F3985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2A9053F5-1DB0-4FAD-9F63-CD5BC1A7FF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85C4C996-24E3-4477-9A2D-B85C8CC88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5FD82CBE-6E3D-4EC8-B1A5-0031E28270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51C1B06-50F3-4C37-B3BA-4E1F9D4C58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CAB83D43-0CBC-446D-B749-203CF0EB3B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1B42CC66-0CC9-4BC8-B18D-9C0092D345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C2EF41DA-2145-4D7C-A88B-7C0696DED3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F0317F74-FAED-415E-B4F4-DE0E7D7E46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E23F846B-093B-4E44-ABDA-816445E270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9AA3844D-BB1E-48D4-BE75-C91500D96D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2DE8C7ED-3957-4AD9-8871-91AB76FB5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C76BF704-AB8A-428F-9C62-CF77CFD8C6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3A338BFA-90CB-4119-A24F-6B3931C14D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DC748ACE-246C-469D-83A2-18C3A41A15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AFC25180-33DC-4B93-A310-1D3F07A42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C201E8A-E6BD-438D-9C29-03956A32D1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321D123-5A02-4A44-A1E4-CFF93FAE692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07691D2-967D-4279-AC91-C5D09FF558A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793CEEBC-EB2D-45B8-AA13-5204D7FAA6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29DE3DEE-446B-4F7E-BD18-5BD7430C43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ABD003E5-A6E6-49D6-B8E2-B39111E155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692036B4-741C-407A-A965-8CA5F53F5F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9C8A5824-63C5-412E-96AB-A46878A13F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5E4FD28-5B06-46EC-9C81-1313B2F67F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AC2F4FAD-BC9C-4819-929A-F5EBA0833B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6948786B-27BD-4C97-852C-344F1E853F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CD4E4ADB-3FA5-42C9-B60E-7B18A942D9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7A22F093-68E7-4D28-ABFF-71628383DE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8CE53AFB-6C93-489B-8B20-B7D339F66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68F73CC3-7CA6-44F5-B85E-6074E9F8E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BD5EA313-AB23-42E5-9FCC-D7170E3803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3D0DD495-BF26-4DAE-B134-646E9704B3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75D53FD9-5201-4B23-8CB6-D0EA000302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C8BEBE73-5B69-494E-9D23-ED24F1C401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D1E5DA80-B172-4008-9631-8456781BC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A8FFE556-D6C4-41B3-BE60-49AECE3D5D5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2351824B-95D7-45B7-BA1F-C3BFEF32F9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658533A0-2638-4359-8A73-0F7A7FC4F7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D065D95-05E5-414A-93F9-1A574450E2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81645ACA-5E3D-4FF0-ADB9-DE8B91CF18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75ABD8D3-E11F-443E-BBF2-00765F2EC1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DA09D534-C9BC-46D1-83F1-DC03F23640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FE53EF1E-3A70-4134-B306-82B61FD2C3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65D51D35-0B92-4653-8EBC-EA438CAFA9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0AFD9324-8044-4FFA-89B7-45926D46D8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2736F74F-1E2E-4499-A41E-F61E147CA9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97D04657-4B7E-482D-A495-B3C860CBA0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ADF3F6AD-78F2-4E68-89FA-EA10C99587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98820EDD-B9D2-42DA-91D1-34FD4D2A32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AE05710A-462A-4A96-BD57-D92DAC57C1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DEFAULT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CFAF123-B672-476D-924A-D9B3DC35E88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  <a:ea typeface="等线 Light"/>
                <a:cs typeface="等线 Light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</a:rPr>
              <a:t>单击此处编辑母版标题样式</a:t>
            </a:r>
            <a:endParaRPr sz="4400" b="0" i="0" u="none" strike="noStrike">
              <a:solidFill>
                <a:srgbClr val="000000"/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3BFD446-D007-4692-96EB-0BE1573810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marL="749300" indent="-406400" algn="l">
              <a:lnSpc>
                <a:spcPct val="100000"/>
              </a:lnSpc>
              <a:buNone/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等线"/>
              </a:defRPr>
            </a:lvl1pPr>
            <a:lvl2pPr marL="1098550" indent="-355600">
              <a:buNone/>
              <a:defRPr/>
            </a:lvl2pPr>
            <a:lvl3pPr marL="1447800" indent="-304800">
              <a:buNone/>
              <a:defRPr/>
            </a:lvl3pPr>
            <a:lvl4pPr marL="1854200" indent="-254000">
              <a:buNone/>
              <a:defRPr/>
            </a:lvl4pPr>
            <a:lvl5pPr marL="2311400" indent="-254000">
              <a:buNone/>
              <a:defRPr/>
            </a:lvl5pPr>
            <a:lvl6pPr marL="2768600" indent="-254000">
              <a:buNone/>
              <a:defRPr/>
            </a:lvl6pPr>
            <a:lvl7pPr marL="3225800" indent="-254000">
              <a:buNone/>
              <a:defRPr/>
            </a:lvl7pPr>
            <a:lvl8pPr marL="3683000" indent="-254000">
              <a:buNone/>
              <a:defRPr/>
            </a:lvl8pPr>
            <a:lvl9pPr marL="4140200" indent="-254000">
              <a:buNone/>
              <a:defRPr/>
            </a:lvl9pPr>
          </a:lstStyle>
          <a:p xmlns:a="http://schemas.openxmlformats.org/drawingml/2006/main"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sz="3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单击此处编辑母版文本样式</a:t>
            </a:r>
            <a:endParaRPr sz="32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第二级</a:t>
            </a:r>
            <a:endParaRPr sz="28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第三级</a:t>
            </a:r>
            <a:endParaRPr sz="24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1600200" lvl="3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第四级</a:t>
            </a:r>
            <a:endParaRPr sz="20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2057400" lvl="4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</a:rPr>
              <a:t>第五级</a:t>
            </a:r>
            <a:endParaRPr sz="2000" b="0" i="0" u="none" strike="noStrik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521687C-0BE1-4DCD-A187-CF0F705F9857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Click to add text</a:t>
            </a: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2067571-6716-42F1-978A-9C6E3BBBBF11}"/>
              </a:ext>
            </a:extLst>
          </p:cNvPr>
          <p:cNvSpPr>
            <a:spLocks xmlns:a="http://schemas.openxmlformats.org/drawingml/2006/main" noGrp="1"/>
          </p:cNvSpPr>
          <p:nvPr>
            <p:ph type="body" idx="4" hasCustomPrompt="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Footer</a:t>
            </a: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79CCB0E1-4AA9-4755-8E33-3BED280AE8F6}"/>
              </a:ext>
            </a:extLst>
          </p:cNvPr>
          <p:cNvSpPr>
            <a:spLocks xmlns:a="http://schemas.openxmlformats.org/drawingml/2006/main" noGrp="1"/>
          </p:cNvSpPr>
          <p:nvPr>
            <p:ph type="body" idx="5" hasCustomPrompt="1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DE7B9CA-96D6-4754-82F3-6EAF1207B815}"/>
              </a:ext>
            </a:extLst>
          </p:cNvPr>
          <p:cNvSpPr>
            <a:spLocks xmlns:a="http://schemas.openxmlformats.org/drawingml/2006/main" noGrp="1"/>
          </p:cNvSpPr>
          <p:nvPr>
            <p:ph type="body" idx="6" hasCustomPrompt="1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  <a:ea typeface="等线 Light"/>
                <a:cs typeface="等线 Light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</a:rPr>
              <a:t>单击此处编辑母版标题样式</a:t>
            </a:r>
            <a:endParaRPr sz="4400" b="0" i="0" u="none" strike="noStrike">
              <a:solidFill>
                <a:srgbClr val="000000"/>
              </a:solidFill>
              <a:latin typeface="等线 Light"/>
              <a:ea typeface="等线 Light"/>
              <a:cs typeface="等线 Light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B615C02-BB12-45F3-BFF8-30B1A4903396}"/>
              </a:ext>
            </a:extLst>
          </p:cNvPr>
          <p:cNvSpPr>
            <a:spLocks xmlns:a="http://schemas.openxmlformats.org/drawingml/2006/main" noGrp="1"/>
          </p:cNvSpPr>
          <p:nvPr>
            <p:ph type="body" idx="7" hasCustomPrompt="1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Click to add text</a:t>
            </a: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0FB317A-26C8-426C-A71E-6A2630082357}"/>
              </a:ext>
            </a:extLst>
          </p:cNvPr>
          <p:cNvSpPr>
            <a:spLocks xmlns:a="http://schemas.openxmlformats.org/drawingml/2006/main" noGrp="1"/>
          </p:cNvSpPr>
          <p:nvPr>
            <p:ph type="body" idx="8" hasCustomPrompt="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Footer</a:t>
            </a: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7A2ACE0-C30F-4D95-BD06-7E3A03574C8F}"/>
              </a:ext>
            </a:extLst>
          </p:cNvPr>
          <p:cNvSpPr>
            <a:spLocks xmlns:a="http://schemas.openxmlformats.org/drawingml/2006/main" noGrp="1"/>
          </p:cNvSpPr>
          <p:nvPr>
            <p:ph type="body" idx="9" hasCustomPrompt="1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endParaRPr sz="18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D34E6CC-021E-4818-BFED-69A21C5A856B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2000"/>
              </a:lnSpc>
              <a:buNone/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92000"/>
              </a:lnSpc>
              <a:buNone/>
            </a:pPr>
            <a:r>
              <a:rPr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45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36770D8-AE63-4854-A054-25E4BB94E593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2000"/>
              </a:lnSpc>
              <a:buNone/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61950" algn="ctr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subtitle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FCD77DD-5663-4EF5-A1CE-29536B170636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0C35D716-C260-4F63-AE7A-8715D1FC437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8E5B2D7D-7C19-4848-B72D-9D144855CC2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BFAA09F-7313-4503-837B-8B3ACFC4C9B9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E9D1E2C-ABC0-4266-928E-55C8BA62160D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8C79352-5E44-469A-B950-0D1D9C1510D4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1FCFFD4A-C049-4C1B-BABF-4F4D8272677D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13DE14A-CD5E-44DB-B8A5-6CDA2CEBEC20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9.xml><?xml version="1.0" encoding="utf-8"?>
<p:sldLayout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16090F3-B66C-4BAB-B24E-D2E5E355CACA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45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A004F54-9639-4A5F-B3D0-7867A3EE1074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E698679-292C-4984-A0F7-8CA75512F29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B9EB82F-B9F8-441F-AED8-81F1BFE0EF57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0DC16FD-0E54-4521-9C88-49B19AC1A635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0.xml><?xml version="1.0" encoding="utf-8"?>
<p:sldLayout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7B76948-479F-4C26-93E5-AFF74C384E74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27CD33E-2135-4F3B-B1D4-80E7E4B08F79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6D3C8F8-1314-4D83-BACB-0CDE73DDF014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F46E6AA-28D6-4B9B-95AF-1132334E8A8E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C380D15-C7FA-4E97-B65E-DA888F6A56A4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E7950B-2AEA-4B83-806C-EDDABC9F1CCF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1.xml><?xml version="1.0" encoding="utf-8"?>
<p:sldLayout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AEBDB14-E989-4985-BE80-660D89F2567F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01F44A6-7255-4BBA-BCCA-43CEDBCDCC71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1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FA12B47-C2C7-489F-821F-9CE12803F64C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BCA6FD1-E78D-49D1-9820-68D850008F3E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800" b="1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70DE1B36-B2EB-4361-89DA-FBAF1D74E7E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AFDE17E-0BE2-4A9C-9350-127571021D5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FA22EC1-39D9-4F35-9272-FE3DF06CC057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6264D66-B50E-4DEA-81E6-2AD9D9A59C4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2.xml><?xml version="1.0" encoding="utf-8"?>
<p:sldLayout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14E59E4-B831-4E58-881E-912C8B41D4EC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AC53C31-CDD9-4CE0-A1A8-807B0E2199F0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83EB51C-6BCB-4FA8-9BD9-17FA5E838D5C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DDB4ABB0-6FFD-4366-81C5-0B0228146D17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3.xml><?xml version="1.0" encoding="utf-8"?>
<p:sldLayout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7A7479C-561C-431D-81A7-43A7BD99CAC4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16223B3-C5A5-4994-8F51-1BD2D728058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125CADA-04EB-413D-A0ED-9DBE0949B18F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A40C4A2-08AC-4FD3-AD79-C772FCBCAF67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CD5961B-9CF0-419A-8F7D-5E8837FD5DA0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810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3AE4B86-3421-44CC-8081-F3FFD34E1AFA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0B9D19DF-72BA-42E7-A76E-E9DD0C12B589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3CE84E6-DD38-4594-8DE3-49827B5F69AD}"/>
              </a:ext>
            </a:extLst>
          </p:cNvPr>
          <p:cNvSpPr>
            <a:spLocks xmlns:a="http://schemas.openxmlformats.org/drawingml/2006/main" noGrp="1"/>
          </p:cNvSpPr>
          <p:nvPr>
            <p:ph type="body" idx="55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70136C3-09CF-4A2A-A3F0-82A693C0307C}"/>
              </a:ext>
            </a:extLst>
          </p:cNvPr>
          <p:cNvSpPr>
            <a:spLocks xmlns:a="http://schemas.openxmlformats.org/drawingml/2006/main" noGrp="1"/>
          </p:cNvSpPr>
          <p:nvPr>
            <p:ph type="body" idx="56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5.xml><?xml version="1.0" encoding="utf-8"?>
<p:sldLayout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71532E6-F3C8-401E-9FE7-111F9B0DF357}"/>
              </a:ext>
            </a:extLst>
          </p:cNvPr>
          <p:cNvSpPr>
            <a:spLocks xmlns:a="http://schemas.openxmlformats.org/drawingml/2006/main" noGrp="1"/>
          </p:cNvSpPr>
          <p:nvPr>
            <p:ph type="body" idx="57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24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7B50972-9A6F-4B4B-BF9D-641889078CC6}"/>
              </a:ext>
            </a:extLst>
          </p:cNvPr>
          <p:cNvSpPr>
            <a:spLocks xmlns:a="http://schemas.openxmlformats.org/drawingml/2006/main" noGrp="1"/>
          </p:cNvSpPr>
          <p:nvPr>
            <p:ph type="pic" idx="58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lIns="63500" tIns="63500" rIns="63500" bIns="63500" anchor="ctr"/>
          <a:lstStyle xmlns:a="http://schemas.openxmlformats.org/drawingml/2006/main">
            <a:lvl1pPr algn="ctr">
              <a:buNone/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52093D9-CDB4-42A8-8B6B-243934678C6C}"/>
              </a:ext>
            </a:extLst>
          </p:cNvPr>
          <p:cNvSpPr>
            <a:spLocks xmlns:a="http://schemas.openxmlformats.org/drawingml/2006/main" noGrp="1"/>
          </p:cNvSpPr>
          <p:nvPr>
            <p:ph type="body" idx="59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2286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55AC861-FEDE-4B0A-8535-17E8633F4A22}"/>
              </a:ext>
            </a:extLst>
          </p:cNvPr>
          <p:cNvSpPr>
            <a:spLocks xmlns:a="http://schemas.openxmlformats.org/drawingml/2006/main" noGrp="1"/>
          </p:cNvSpPr>
          <p:nvPr>
            <p:ph type="body" idx="6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D9117D9-D2E5-4A69-997B-4E3C454DF0F9}"/>
              </a:ext>
            </a:extLst>
          </p:cNvPr>
          <p:cNvSpPr>
            <a:spLocks xmlns:a="http://schemas.openxmlformats.org/drawingml/2006/main" noGrp="1"/>
          </p:cNvSpPr>
          <p:nvPr>
            <p:ph type="body" idx="6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46B38D-A56B-4FB1-883F-4A89309252D3}"/>
              </a:ext>
            </a:extLst>
          </p:cNvPr>
          <p:cNvSpPr>
            <a:spLocks xmlns:a="http://schemas.openxmlformats.org/drawingml/2006/main" noGrp="1"/>
          </p:cNvSpPr>
          <p:nvPr>
            <p:ph type="body" idx="6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6.xml><?xml version="1.0" encoding="utf-8"?>
<p:sldLayout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7E98FF6-460C-4809-899D-2A40FD66CC7A}"/>
              </a:ext>
            </a:extLst>
          </p:cNvPr>
          <p:cNvSpPr>
            <a:spLocks xmlns:a="http://schemas.openxmlformats.org/drawingml/2006/main" noGrp="1"/>
          </p:cNvSpPr>
          <p:nvPr>
            <p:ph type="body" idx="63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2450B81-CD07-4BCD-815C-ACC9C7FE86E9}"/>
              </a:ext>
            </a:extLst>
          </p:cNvPr>
          <p:cNvSpPr>
            <a:spLocks xmlns:a="http://schemas.openxmlformats.org/drawingml/2006/main" noGrp="1"/>
          </p:cNvSpPr>
          <p:nvPr>
            <p:ph type="body" idx="64" hasCustomPrompt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3A1279F-1C3D-45CE-A4BA-D349BB26BEA6}"/>
              </a:ext>
            </a:extLst>
          </p:cNvPr>
          <p:cNvSpPr>
            <a:spLocks xmlns:a="http://schemas.openxmlformats.org/drawingml/2006/main" noGrp="1"/>
          </p:cNvSpPr>
          <p:nvPr>
            <p:ph type="body" idx="65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D56F022B-2EB5-4B1C-B7F4-F8174376922F}"/>
              </a:ext>
            </a:extLst>
          </p:cNvPr>
          <p:cNvSpPr>
            <a:spLocks xmlns:a="http://schemas.openxmlformats.org/drawingml/2006/main" noGrp="1"/>
          </p:cNvSpPr>
          <p:nvPr>
            <p:ph type="body" idx="66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6A78B54-570F-4C99-84E1-7CAA33902635}"/>
              </a:ext>
            </a:extLst>
          </p:cNvPr>
          <p:cNvSpPr>
            <a:spLocks xmlns:a="http://schemas.openxmlformats.org/drawingml/2006/main" noGrp="1"/>
          </p:cNvSpPr>
          <p:nvPr>
            <p:ph type="body" idx="67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7.xml><?xml version="1.0" encoding="utf-8"?>
<p:sldLayout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3BF077A-AC7E-4B47-9A6E-3B2AE40EDFE0}"/>
              </a:ext>
            </a:extLst>
          </p:cNvPr>
          <p:cNvSpPr>
            <a:spLocks xmlns:a="http://schemas.openxmlformats.org/drawingml/2006/main" noGrp="1"/>
          </p:cNvSpPr>
          <p:nvPr>
            <p:ph type="body" idx="68" hasCustomPrompt="1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A7A6EF4-3A68-4897-9A5F-6447B0C7CFB3}"/>
              </a:ext>
            </a:extLst>
          </p:cNvPr>
          <p:cNvSpPr>
            <a:spLocks xmlns:a="http://schemas.openxmlformats.org/drawingml/2006/main" noGrp="1"/>
          </p:cNvSpPr>
          <p:nvPr>
            <p:ph type="body" idx="69" hasCustomPrompt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92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457200" indent="-317500" algn="l">
              <a:lnSpc>
                <a:spcPct val="92000"/>
              </a:lnSpc>
              <a:spcBef>
                <a:spcPts val="800"/>
              </a:spcBef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98102F9F-E557-4DA6-989C-D4B841034215}"/>
              </a:ext>
            </a:extLst>
          </p:cNvPr>
          <p:cNvSpPr>
            <a:spLocks xmlns:a="http://schemas.openxmlformats.org/drawingml/2006/main" noGrp="1"/>
          </p:cNvSpPr>
          <p:nvPr>
            <p:ph type="body" idx="7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1F6CC85-84F5-4B6D-B1F5-AC49CAA2221B}"/>
              </a:ext>
            </a:extLst>
          </p:cNvPr>
          <p:cNvSpPr>
            <a:spLocks xmlns:a="http://schemas.openxmlformats.org/drawingml/2006/main" noGrp="1"/>
          </p:cNvSpPr>
          <p:nvPr>
            <p:ph type="body" idx="7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8DB6016-CC25-423C-9F58-F2C651DE3BC1}"/>
              </a:ext>
            </a:extLst>
          </p:cNvPr>
          <p:cNvSpPr>
            <a:spLocks xmlns:a="http://schemas.openxmlformats.org/drawingml/2006/main" noGrp="1"/>
          </p:cNvSpPr>
          <p:nvPr>
            <p:ph type="body" idx="72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8.xml><?xml version="1.0" encoding="utf-8"?>
<p:sldLayout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79919E28-515F-4173-A1F7-C85CFA13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37000">
                <a:srgbClr val="5672B5"/>
              </a:gs>
              <a:gs pos="85000">
                <a:srgbClr val="182031"/>
              </a:gs>
            </a:gsLst>
            <a:lin ang="162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3BA15C42-E33F-4ED0-B15C-CC314B649C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8b051d74042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315" y="267970"/>
            <a:ext cx="11724005" cy="6356350"/>
          </a:xfrm>
          <a:prstGeom xmlns:a="http://schemas.openxmlformats.org/drawingml/2006/main" prst="octagon">
            <a:avLst>
              <a:gd name="adj" fmla="val 3904"/>
            </a:avLst>
          </a:prstGeom>
        </p:spPr>
      </p:pic>
      <p:sp>
        <p:nvSpPr>
          <p:cNvPr id="8" name="八边形 7">
            <a:extLst xmlns:a="http://schemas.openxmlformats.org/drawingml/2006/main">
              <a:ext uri="{FF2B5EF4-FFF2-40B4-BE49-F238E27FC236}">
                <a16:creationId xmlns:a16="http://schemas.microsoft.com/office/drawing/2014/main" id="{731E8B65-6100-469E-A5DB-E6CA86FD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30505"/>
            <a:ext cx="11722735" cy="6393815"/>
          </a:xfrm>
          <a:prstGeom xmlns:a="http://schemas.openxmlformats.org/drawingml/2006/main" prst="octagon">
            <a:avLst>
              <a:gd name="adj" fmla="val 3878"/>
            </a:avLst>
          </a:prstGeom>
          <a:noFill xmlns:a="http://schemas.openxmlformats.org/drawingml/2006/main"/>
          <a:ln xmlns:a="http://schemas.openxmlformats.org/drawingml/2006/main" w="6350">
            <a:gradFill>
              <a:gsLst>
                <a:gs pos="0">
                  <a:srgbClr val="0439D9"/>
                </a:gs>
                <a:gs pos="100000">
                  <a:srgbClr val="4FE5FF">
                    <a:alpha val="46000"/>
                  </a:srgbClr>
                </a:gs>
              </a:gsLst>
              <a:lin ang="5400000" scaled="1"/>
            </a:gradFill>
          </a:ln>
          <a:effectLst xmlns:a="http://schemas.openxmlformats.org/drawingml/2006/main">
            <a:outerShdw blurRad="609600" sx="102000" sy="102000" algn="ctr" rotWithShape="0">
              <a:srgbClr val="4FE5FF">
                <a:alpha val="96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600" kern="1200"/>
          </a:p>
        </p:txBody>
      </p:sp>
      <p:sp>
        <p:nvSpPr>
          <p:cNvPr id="9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C4CC87FB-3E3C-46E1-825A-7B0BCBE9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30505"/>
            <a:ext cx="673100" cy="776605"/>
          </a:xfrm>
          <a:custGeom xmlns:a="http://schemas.openxmlformats.org/drawingml/2006/main">
            <a:gdLst>
              <a:gd name="connsiteX0" fmla="*/ 1060 w 1060"/>
              <a:gd name="connsiteY0" fmla="*/ 0 h 1223"/>
              <a:gd name="connsiteX1" fmla="*/ 382 w 1060"/>
              <a:gd name="connsiteY1" fmla="*/ 16 h 1223"/>
              <a:gd name="connsiteX2" fmla="*/ 0 w 1060"/>
              <a:gd name="connsiteY2" fmla="*/ 485 h 1223"/>
              <a:gd name="connsiteX3" fmla="*/ 0 w 1060"/>
              <a:gd name="connsiteY3" fmla="*/ 1223 h 1223"/>
            </a:gdLst>
            <a:rect l="l" t="t" r="r" b="b"/>
            <a:pathLst>
              <a:path w="1060" h="1223">
                <a:moveTo>
                  <a:pt x="1060" y="0"/>
                </a:moveTo>
                <a:lnTo>
                  <a:pt x="382" y="16"/>
                </a:lnTo>
                <a:lnTo>
                  <a:pt x="0" y="485"/>
                </a:lnTo>
                <a:lnTo>
                  <a:pt x="0" y="122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>
                    <a:alpha val="0"/>
                  </a:srgbClr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30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DDE2D735-96E2-4467-86DC-1CB94490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4950" y="5876925"/>
            <a:ext cx="697230" cy="766445"/>
          </a:xfrm>
          <a:custGeom xmlns:a="http://schemas.openxmlformats.org/drawingml/2006/main">
            <a:gdLst>
              <a:gd name="connsiteX0" fmla="*/ 1098 w 1098"/>
              <a:gd name="connsiteY0" fmla="*/ 10 h 1207"/>
              <a:gd name="connsiteX1" fmla="*/ 382 w 1098"/>
              <a:gd name="connsiteY1" fmla="*/ 0 h 1207"/>
              <a:gd name="connsiteX2" fmla="*/ 0 w 1098"/>
              <a:gd name="connsiteY2" fmla="*/ 469 h 1207"/>
              <a:gd name="connsiteX3" fmla="*/ 0 w 1098"/>
              <a:gd name="connsiteY3" fmla="*/ 1207 h 1207"/>
            </a:gdLst>
            <a:rect l="l" t="t" r="r" b="b"/>
            <a:pathLst>
              <a:path w="1098" h="1207">
                <a:moveTo>
                  <a:pt x="1098" y="10"/>
                </a:moveTo>
                <a:lnTo>
                  <a:pt x="382" y="0"/>
                </a:lnTo>
                <a:lnTo>
                  <a:pt x="0" y="469"/>
                </a:lnTo>
                <a:lnTo>
                  <a:pt x="0" y="12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/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32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A8D76E8B-DDDC-41E7-9009-20758B59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259820" y="5876925"/>
            <a:ext cx="697230" cy="766445"/>
          </a:xfrm>
          <a:custGeom xmlns:a="http://schemas.openxmlformats.org/drawingml/2006/main">
            <a:gdLst>
              <a:gd name="connsiteX0" fmla="*/ 1098 w 1098"/>
              <a:gd name="connsiteY0" fmla="*/ 10 h 1207"/>
              <a:gd name="connsiteX1" fmla="*/ 382 w 1098"/>
              <a:gd name="connsiteY1" fmla="*/ 0 h 1207"/>
              <a:gd name="connsiteX2" fmla="*/ 0 w 1098"/>
              <a:gd name="connsiteY2" fmla="*/ 469 h 1207"/>
              <a:gd name="connsiteX3" fmla="*/ 0 w 1098"/>
              <a:gd name="connsiteY3" fmla="*/ 1207 h 1207"/>
            </a:gdLst>
            <a:rect l="l" t="t" r="r" b="b"/>
            <a:pathLst>
              <a:path w="1098" h="1207">
                <a:moveTo>
                  <a:pt x="1098" y="10"/>
                </a:moveTo>
                <a:lnTo>
                  <a:pt x="382" y="0"/>
                </a:lnTo>
                <a:lnTo>
                  <a:pt x="0" y="469"/>
                </a:lnTo>
                <a:lnTo>
                  <a:pt x="0" y="12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/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BBCF9BD-E090-4A4E-A59B-44C6A0F339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32180" y="1704340"/>
            <a:ext cx="6276340" cy="2025650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6000">
                <a:gradFill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5400000" scaled="0"/>
                </a:gra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A742363-426A-4B8A-A29F-49E39B78E127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932180" y="3873500"/>
            <a:ext cx="6276340" cy="97218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>
                <a:solidFill>
                  <a:srgbClr val="F9FBF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9E06AFA-48E6-4BB9-9DFF-0933705415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450F556-764F-4FAC-98D4-9E1F9E6579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3A9E7A0-9286-4321-A82D-AEE665E933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b1bbcefe054cd8" /><Relationship Type="http://schemas.openxmlformats.org/officeDocument/2006/relationships/slideLayout" Target="/ppt/slideLayouts/slideLayout1.xml" Id="R33aaf8a25a554408" /><Relationship Type="http://schemas.openxmlformats.org/officeDocument/2006/relationships/slideLayout" Target="/ppt/slideLayouts/slideLayout2.xml" Id="R1d028336cfd84826" /><Relationship Type="http://schemas.openxmlformats.org/officeDocument/2006/relationships/slideLayout" Target="/ppt/slideLayouts/slideLayout3.xml" Id="R7f88bd18d2704d35" /><Relationship Type="http://schemas.openxmlformats.org/officeDocument/2006/relationships/slideLayout" Target="/ppt/slideLayouts/slideLayout4.xml" Id="R50f7b816c3e7402f" /><Relationship Type="http://schemas.openxmlformats.org/officeDocument/2006/relationships/slideLayout" Target="/ppt/slideLayouts/slideLayout5.xml" Id="R443a0b402dfb4281" /><Relationship Type="http://schemas.openxmlformats.org/officeDocument/2006/relationships/slideLayout" Target="/ppt/slideLayouts/slideLayout6.xml" Id="R64f6798e62e04ab1" /><Relationship Type="http://schemas.openxmlformats.org/officeDocument/2006/relationships/slideLayout" Target="/ppt/slideLayouts/slideLayout7.xml" Id="R02f91378c5844033" /><Relationship Type="http://schemas.openxmlformats.org/officeDocument/2006/relationships/slideLayout" Target="/ppt/slideLayouts/slideLayout8.xml" Id="R5bb4f578ae524957" /><Relationship Type="http://schemas.openxmlformats.org/officeDocument/2006/relationships/slideLayout" Target="/ppt/slideLayouts/slideLayout9.xml" Id="R002f8ee69d6e4f88" /><Relationship Type="http://schemas.openxmlformats.org/officeDocument/2006/relationships/slideLayout" Target="/ppt/slideLayouts/slideLayout10.xml" Id="R53491ad87f344da8" /><Relationship Type="http://schemas.openxmlformats.org/officeDocument/2006/relationships/slideLayout" Target="/ppt/slideLayouts/slideLayout11.xml" Id="Rf7b09cacc15d45b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57692d6481e4ab6" /><Relationship Type="http://schemas.openxmlformats.org/officeDocument/2006/relationships/slideLayout" Target="/ppt/slideLayouts/slideLayout12.xml" Id="Rb5aaebb8377748a8" /><Relationship Type="http://schemas.openxmlformats.org/officeDocument/2006/relationships/slideLayout" Target="/ppt/slideLayouts/slideLayout13.xml" Id="R616ccac8d6f64df7" /><Relationship Type="http://schemas.openxmlformats.org/officeDocument/2006/relationships/slideLayout" Target="/ppt/slideLayouts/slideLayout14.xml" Id="Raf77deec54264f77" /><Relationship Type="http://schemas.openxmlformats.org/officeDocument/2006/relationships/slideLayout" Target="/ppt/slideLayouts/slideLayout15.xml" Id="Rdcb29771ab3a49f7" /><Relationship Type="http://schemas.openxmlformats.org/officeDocument/2006/relationships/slideLayout" Target="/ppt/slideLayouts/slideLayout16.xml" Id="R4c64624d9292402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2e96c8c9d8641ea" /><Relationship Type="http://schemas.openxmlformats.org/officeDocument/2006/relationships/slideLayout" Target="/ppt/slideLayouts/slideLayout17.xml" Id="R6300fa6078e1431d" /><Relationship Type="http://schemas.openxmlformats.org/officeDocument/2006/relationships/slideLayout" Target="/ppt/slideLayouts/slideLayout18.xml" Id="R3fab8fa6c5bc4058" /><Relationship Type="http://schemas.openxmlformats.org/officeDocument/2006/relationships/slideLayout" Target="/ppt/slideLayouts/slideLayout19.xml" Id="Rb97246ce71be4ce0" /><Relationship Type="http://schemas.openxmlformats.org/officeDocument/2006/relationships/slideLayout" Target="/ppt/slideLayouts/slideLayout20.xml" Id="Ra326a7c2d80f4d0f" /><Relationship Type="http://schemas.openxmlformats.org/officeDocument/2006/relationships/slideLayout" Target="/ppt/slideLayouts/slideLayout21.xml" Id="Rf4083a22bf8c4c9b" /><Relationship Type="http://schemas.openxmlformats.org/officeDocument/2006/relationships/slideLayout" Target="/ppt/slideLayouts/slideLayout22.xml" Id="Rdb4db9beed7d4801" /><Relationship Type="http://schemas.openxmlformats.org/officeDocument/2006/relationships/slideLayout" Target="/ppt/slideLayouts/slideLayout23.xml" Id="Rf0bf64afdbf34793" /><Relationship Type="http://schemas.openxmlformats.org/officeDocument/2006/relationships/slideLayout" Target="/ppt/slideLayouts/slideLayout24.xml" Id="R225dd4c960474805" /><Relationship Type="http://schemas.openxmlformats.org/officeDocument/2006/relationships/slideLayout" Target="/ppt/slideLayouts/slideLayout25.xml" Id="R8700f313e86947de" /><Relationship Type="http://schemas.openxmlformats.org/officeDocument/2006/relationships/slideLayout" Target="/ppt/slideLayouts/slideLayout26.xml" Id="R049153b478974cb3" /><Relationship Type="http://schemas.openxmlformats.org/officeDocument/2006/relationships/slideLayout" Target="/ppt/slideLayouts/slideLayout27.xml" Id="Rf92cebaf8e4d4d9f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c9d0f152777e4660" /><Relationship Type="http://schemas.openxmlformats.org/officeDocument/2006/relationships/theme" Target="/ppt/slideMasters/theme/theme5.xml" Id="Rda0c6709f3374b6e" /><Relationship Type="http://schemas.openxmlformats.org/officeDocument/2006/relationships/slideLayout" Target="/ppt/slideLayouts/slideLayout28.xml" Id="Rc51962e4c459484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1DEAE6F4-AA18-4AEF-A4BF-BA1553D2A0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E68E9F0F-99E3-4D75-BB0D-BE2FEB8FAA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B0F0478B-DA18-47B7-8719-879B9A1893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73F6486-134D-4BF6-B844-65673F1D5A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A410504-88CA-4BAE-A18F-2071C32EB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aaf8a25a554408"/>
    <p:sldLayoutId xmlns:r="http://schemas.openxmlformats.org/officeDocument/2006/relationships" id="2147483650" r:id="R1d028336cfd84826"/>
    <p:sldLayoutId xmlns:r="http://schemas.openxmlformats.org/officeDocument/2006/relationships" id="2147483651" r:id="R7f88bd18d2704d35"/>
    <p:sldLayoutId xmlns:r="http://schemas.openxmlformats.org/officeDocument/2006/relationships" id="2147483652" r:id="R50f7b816c3e7402f"/>
    <p:sldLayoutId xmlns:r="http://schemas.openxmlformats.org/officeDocument/2006/relationships" id="2147483653" r:id="R443a0b402dfb4281"/>
    <p:sldLayoutId xmlns:r="http://schemas.openxmlformats.org/officeDocument/2006/relationships" id="2147483654" r:id="R64f6798e62e04ab1"/>
    <p:sldLayoutId xmlns:r="http://schemas.openxmlformats.org/officeDocument/2006/relationships" id="2147483655" r:id="R02f91378c5844033"/>
    <p:sldLayoutId xmlns:r="http://schemas.openxmlformats.org/officeDocument/2006/relationships" id="2147483656" r:id="R5bb4f578ae524957"/>
    <p:sldLayoutId xmlns:r="http://schemas.openxmlformats.org/officeDocument/2006/relationships" id="2147483657" r:id="R002f8ee69d6e4f88"/>
    <p:sldLayoutId xmlns:r="http://schemas.openxmlformats.org/officeDocument/2006/relationships" id="2147483658" r:id="R53491ad87f344da8"/>
    <p:sldLayoutId xmlns:r="http://schemas.openxmlformats.org/officeDocument/2006/relationships" id="2147483659" r:id="Rf7b09cacc15d45b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5aaebb8377748a8"/>
    <p:sldLayoutId xmlns:r="http://schemas.openxmlformats.org/officeDocument/2006/relationships" id="2147483662" r:id="R616ccac8d6f64df7"/>
    <p:sldLayoutId xmlns:r="http://schemas.openxmlformats.org/officeDocument/2006/relationships" id="2147483663" r:id="Raf77deec54264f77"/>
    <p:sldLayoutId xmlns:r="http://schemas.openxmlformats.org/officeDocument/2006/relationships" id="2147483664" r:id="Rdcb29771ab3a49f7"/>
    <p:sldLayoutId xmlns:r="http://schemas.openxmlformats.org/officeDocument/2006/relationships" id="2147483665" r:id="R4c64624d9292402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utoShape 1">
            <a:extLst xmlns:a="http://schemas.openxmlformats.org/drawingml/2006/main">
              <a:ext uri="{FF2B5EF4-FFF2-40B4-BE49-F238E27FC236}">
                <a16:creationId xmlns:a16="http://schemas.microsoft.com/office/drawing/2014/main" id="{7D966C33-8B3E-402F-BFD1-10FBECC1DAF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title</a:t>
            </a:r>
            <a:endParaRPr sz="33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E045AD1-1CDF-487D-B69D-60204B6144F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add text</a:t>
            </a:r>
            <a:endParaRPr sz="2100" b="0" i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469BB50-2BFB-48A4-A5FB-80D252AC38C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Date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3E48688-22FA-4A6B-B848-A9DD2791670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</a:rPr>
              <a:t>Footer</a:t>
            </a: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74FB7A89-47F6-4640-9A4D-21E89E61F39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68575" tIns="34275" rIns="68575" bIns="3427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6300fa6078e1431d"/>
    <p:sldLayoutId xmlns:r="http://schemas.openxmlformats.org/officeDocument/2006/relationships" id="2147483668" r:id="R3fab8fa6c5bc4058"/>
    <p:sldLayoutId xmlns:r="http://schemas.openxmlformats.org/officeDocument/2006/relationships" id="2147483669" r:id="Rb97246ce71be4ce0"/>
    <p:sldLayoutId xmlns:r="http://schemas.openxmlformats.org/officeDocument/2006/relationships" id="2147483670" r:id="Ra326a7c2d80f4d0f"/>
    <p:sldLayoutId xmlns:r="http://schemas.openxmlformats.org/officeDocument/2006/relationships" id="2147483671" r:id="Rf4083a22bf8c4c9b"/>
    <p:sldLayoutId xmlns:r="http://schemas.openxmlformats.org/officeDocument/2006/relationships" id="2147483672" r:id="Rdb4db9beed7d4801"/>
    <p:sldLayoutId xmlns:r="http://schemas.openxmlformats.org/officeDocument/2006/relationships" id="2147483673" r:id="Rf0bf64afdbf34793"/>
    <p:sldLayoutId xmlns:r="http://schemas.openxmlformats.org/officeDocument/2006/relationships" id="2147483674" r:id="R225dd4c960474805"/>
    <p:sldLayoutId xmlns:r="http://schemas.openxmlformats.org/officeDocument/2006/relationships" id="2147483675" r:id="R8700f313e86947de"/>
    <p:sldLayoutId xmlns:r="http://schemas.openxmlformats.org/officeDocument/2006/relationships" id="2147483676" r:id="R049153b478974cb3"/>
    <p:sldLayoutId xmlns:r="http://schemas.openxmlformats.org/officeDocument/2006/relationships" id="2147483677" r:id="Rf92cebaf8e4d4d9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八边形 42">
            <a:extLst xmlns:a="http://schemas.openxmlformats.org/drawingml/2006/main">
              <a:ext uri="{FF2B5EF4-FFF2-40B4-BE49-F238E27FC236}">
                <a16:creationId xmlns:a16="http://schemas.microsoft.com/office/drawing/2014/main" id="{4C2BF58C-20FB-4956-BA85-B07BFAEB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30505"/>
            <a:ext cx="11722735" cy="6393815"/>
          </a:xfrm>
          <a:prstGeom xmlns:a="http://schemas.openxmlformats.org/drawingml/2006/main" prst="octagon">
            <a:avLst>
              <a:gd name="adj" fmla="val 3878"/>
            </a:avLst>
          </a:prstGeom>
          <a:noFill xmlns:a="http://schemas.openxmlformats.org/drawingml/2006/main"/>
          <a:ln xmlns:a="http://schemas.openxmlformats.org/drawingml/2006/main" w="6350">
            <a:gradFill>
              <a:gsLst>
                <a:gs pos="0">
                  <a:srgbClr val="0439D9"/>
                </a:gs>
                <a:gs pos="100000">
                  <a:srgbClr val="4FE5FF">
                    <a:alpha val="46000"/>
                  </a:srgbClr>
                </a:gs>
              </a:gsLst>
              <a:lin ang="5400000" scaled="1"/>
            </a:gradFill>
          </a:ln>
          <a:effectLst xmlns:a="http://schemas.openxmlformats.org/drawingml/2006/main">
            <a:outerShdw blurRad="609600" sx="102000" sy="102000" algn="ctr" rotWithShape="0">
              <a:srgbClr val="4FE5FF">
                <a:alpha val="96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600" kern="1200"/>
          </a:p>
        </p:txBody>
      </p:sp>
      <p:sp>
        <p:nvSpPr>
          <p:cNvPr id="44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4462B331-DCA5-4979-8589-BAA80830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30505"/>
            <a:ext cx="673100" cy="776605"/>
          </a:xfrm>
          <a:custGeom xmlns:a="http://schemas.openxmlformats.org/drawingml/2006/main">
            <a:gdLst>
              <a:gd name="connsiteX0" fmla="*/ 1060 w 1060"/>
              <a:gd name="connsiteY0" fmla="*/ 0 h 1223"/>
              <a:gd name="connsiteX1" fmla="*/ 382 w 1060"/>
              <a:gd name="connsiteY1" fmla="*/ 16 h 1223"/>
              <a:gd name="connsiteX2" fmla="*/ 0 w 1060"/>
              <a:gd name="connsiteY2" fmla="*/ 485 h 1223"/>
              <a:gd name="connsiteX3" fmla="*/ 0 w 1060"/>
              <a:gd name="connsiteY3" fmla="*/ 1223 h 1223"/>
            </a:gdLst>
            <a:rect l="l" t="t" r="r" b="b"/>
            <a:pathLst>
              <a:path w="1060" h="1223">
                <a:moveTo>
                  <a:pt x="1060" y="0"/>
                </a:moveTo>
                <a:lnTo>
                  <a:pt x="382" y="16"/>
                </a:lnTo>
                <a:lnTo>
                  <a:pt x="0" y="485"/>
                </a:lnTo>
                <a:lnTo>
                  <a:pt x="0" y="122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>
                    <a:alpha val="0"/>
                  </a:srgbClr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45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0B58B976-25AA-4610-9520-F4CC31D4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4950" y="5876925"/>
            <a:ext cx="697230" cy="766445"/>
          </a:xfrm>
          <a:custGeom xmlns:a="http://schemas.openxmlformats.org/drawingml/2006/main">
            <a:gdLst>
              <a:gd name="connsiteX0" fmla="*/ 1098 w 1098"/>
              <a:gd name="connsiteY0" fmla="*/ 10 h 1207"/>
              <a:gd name="connsiteX1" fmla="*/ 382 w 1098"/>
              <a:gd name="connsiteY1" fmla="*/ 0 h 1207"/>
              <a:gd name="connsiteX2" fmla="*/ 0 w 1098"/>
              <a:gd name="connsiteY2" fmla="*/ 469 h 1207"/>
              <a:gd name="connsiteX3" fmla="*/ 0 w 1098"/>
              <a:gd name="connsiteY3" fmla="*/ 1207 h 1207"/>
            </a:gdLst>
            <a:rect l="l" t="t" r="r" b="b"/>
            <a:pathLst>
              <a:path w="1098" h="1207">
                <a:moveTo>
                  <a:pt x="1098" y="10"/>
                </a:moveTo>
                <a:lnTo>
                  <a:pt x="382" y="0"/>
                </a:lnTo>
                <a:lnTo>
                  <a:pt x="0" y="469"/>
                </a:lnTo>
                <a:lnTo>
                  <a:pt x="0" y="12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>
                    <a:alpha val="0"/>
                  </a:srgbClr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46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2491D913-FF1B-450A-AF6B-1490C0C2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259820" y="230505"/>
            <a:ext cx="697230" cy="766445"/>
          </a:xfrm>
          <a:custGeom xmlns:a="http://schemas.openxmlformats.org/drawingml/2006/main">
            <a:gdLst>
              <a:gd name="connsiteX0" fmla="*/ 1098 w 1098"/>
              <a:gd name="connsiteY0" fmla="*/ 10 h 1207"/>
              <a:gd name="connsiteX1" fmla="*/ 382 w 1098"/>
              <a:gd name="connsiteY1" fmla="*/ 0 h 1207"/>
              <a:gd name="connsiteX2" fmla="*/ 0 w 1098"/>
              <a:gd name="connsiteY2" fmla="*/ 469 h 1207"/>
              <a:gd name="connsiteX3" fmla="*/ 0 w 1098"/>
              <a:gd name="connsiteY3" fmla="*/ 1207 h 1207"/>
            </a:gdLst>
            <a:rect l="l" t="t" r="r" b="b"/>
            <a:pathLst>
              <a:path w="1098" h="1207">
                <a:moveTo>
                  <a:pt x="1098" y="10"/>
                </a:moveTo>
                <a:lnTo>
                  <a:pt x="382" y="0"/>
                </a:lnTo>
                <a:lnTo>
                  <a:pt x="0" y="469"/>
                </a:lnTo>
                <a:lnTo>
                  <a:pt x="0" y="120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>
              <a:gsLst>
                <a:gs pos="0">
                  <a:srgbClr val="A8CBFC">
                    <a:lumMod val="46000"/>
                    <a:lumOff val="54000"/>
                  </a:srgbClr>
                </a:gs>
                <a:gs pos="84000">
                  <a:srgbClr val="0439D9">
                    <a:alpha val="0"/>
                  </a:srgbClr>
                </a:gs>
              </a:gsLst>
              <a:lin ang="276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kern="1200"/>
          </a:p>
        </p:txBody>
      </p:sp>
      <p:sp>
        <p:nvSpPr>
          <p:cNvPr id="35" name="八边形 34" hidden="1">
            <a:extLst xmlns:a="http://schemas.openxmlformats.org/drawingml/2006/main">
              <a:ext uri="{FF2B5EF4-FFF2-40B4-BE49-F238E27FC236}">
                <a16:creationId xmlns:a16="http://schemas.microsoft.com/office/drawing/2014/main" id="{020A9E8B-1EAA-420C-99F3-0E2E7A5B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" y="249555"/>
            <a:ext cx="11722735" cy="6393815"/>
          </a:xfrm>
          <a:prstGeom xmlns:a="http://schemas.openxmlformats.org/drawingml/2006/main" prst="octagon">
            <a:avLst>
              <a:gd name="adj" fmla="val 3878"/>
            </a:avLst>
          </a:prstGeom>
          <a:solidFill xmlns:a="http://schemas.openxmlformats.org/drawingml/2006/main">
            <a:schemeClr val="accent1">
              <a:alpha val="19000"/>
            </a:schemeClr>
          </a:solidFill>
          <a:ln xmlns:a="http://schemas.openxmlformats.org/drawingml/2006/main" w="635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600" kern="1200"/>
          </a:p>
        </p:txBody>
      </p:sp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4EE9D077-B64C-47F1-A441-E48DEDEF89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0f152777e4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0000">
            <a:off x="11021770" y="5612998"/>
            <a:ext cx="1139190" cy="1216025"/>
          </a:xfrm>
          <a:prstGeom xmlns:a="http://schemas.openxmlformats.org/drawingml/2006/main" prst="rect">
            <a:avLst/>
          </a:prstGeom>
        </p:spPr>
      </p:pic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A2A4801-D4DA-4A69-933A-EB82EC6D0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FE321E1-6B59-4830-8FCD-6FA01EB814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AFDBEE3-63C2-4E96-A81B-AD316A6DF72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BF00D80-E604-4217-8BE5-277EDC54DCA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A66499F-222A-4E87-9ACF-B78D2107DA5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63751DA4-3F3F-4E0C-B67A-2548D135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9" r:id="Rc51962e4c4594844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科技ai汇报主题模板">
  <a:themeElements>
    <a:clrScheme name="自定义 502">
      <a:dk1>
        <a:srgbClr val="000000"/>
      </a:dk1>
      <a:lt1>
        <a:srgbClr val="FFFFFF"/>
      </a:lt1>
      <a:dk2>
        <a:srgbClr val="1B2438"/>
      </a:dk2>
      <a:lt2>
        <a:srgbClr val="F0F7FE"/>
      </a:lt2>
      <a:accent1>
        <a:srgbClr val="418FF9"/>
      </a:accent1>
      <a:accent2>
        <a:srgbClr val="7B5EB6"/>
      </a:accent2>
      <a:accent3>
        <a:srgbClr val="4C74DB"/>
      </a:accent3>
      <a:accent4>
        <a:srgbClr val="72A9D9"/>
      </a:accent4>
      <a:accent5>
        <a:srgbClr val="84C6D5"/>
      </a:accent5>
      <a:accent6>
        <a:srgbClr val="5959C5"/>
      </a:accent6>
      <a:hlink>
        <a:srgbClr val="0026E5"/>
      </a:hlink>
      <a:folHlink>
        <a:srgbClr val="7E1FAD"/>
      </a:folHlink>
    </a:clrScheme>
    <a:fontScheme name="自定义 45">
      <a:majorFont>
        <a:latin typeface="Arial"/>
        <a:ea typeface="汉仪雅酷黑 65W"/>
        <a:cs typeface=""/>
      </a:majorFont>
      <a:minorFont>
        <a:latin typeface="Arial"/>
        <a:ea typeface="微软雅黑"/>
        <a:cs typeface=""/>
      </a:minorFont>
    </a:fontScheme>
    <a:fmtScheme name="自定义 50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f19aeda356d4140" /><Relationship Type="http://schemas.openxmlformats.org/officeDocument/2006/relationships/image" Target="/ppt/media/image3.png" Id="Re227719f0c5546dc" /><Relationship Type="http://schemas.openxmlformats.org/officeDocument/2006/relationships/image" Target="/ppt/media/image4.png" Id="Rd9276560252f4be9" /><Relationship Type="http://schemas.openxmlformats.org/officeDocument/2006/relationships/notesSlide" Target="/ppt/notesSlides/notesSlide1.xml" Id="R118b84ebf83d44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1809e7222f340fa" /><Relationship Type="http://schemas.openxmlformats.org/officeDocument/2006/relationships/image" Target="/ppt/media/image5.png" Id="R8213f0be1c664e56" /><Relationship Type="http://schemas.openxmlformats.org/officeDocument/2006/relationships/image" Target="/ppt/media/image6.png" Id="R647c74b34a7649e5" /><Relationship Type="http://schemas.openxmlformats.org/officeDocument/2006/relationships/notesSlide" Target="/ppt/notesSlides/notesSlide2.xml" Id="R038a7696135c49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76C0A43-CACD-4BE6-ABBF-B6A6D2F0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172A">
              <a:alpha val="100000"/>
            </a:srgbClr>
          </a:solidFill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1100"/>
          </a:p>
        </p:txBody>
      </p:sp>
      <p:pic>
        <p:nvPicPr>
          <p:cNvPr id="3" name="Picture 3">
            <a:extLst xmlns:a="http://schemas.openxmlformats.org/drawingml/2006/main">
              <a:ext uri="{FF2B5EF4-FFF2-40B4-BE49-F238E27FC236}">
                <a16:creationId xmlns:a16="http://schemas.microsoft.com/office/drawing/2014/main" id="{1A3F145F-1C85-4331-866E-9F30D0E7D7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7719f0c5546dc"/>
          <a:srcRect xmlns:a="http://schemas.openxmlformats.org/drawingml/2006/main" l="0" t="8894" r="0" b="8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C516307-8E64-4394-AC5B-C53D8678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0">
                <a:srgbClr val="0F172A">
                  <a:alpha val="88000"/>
                </a:srgbClr>
              </a:gs>
              <a:gs pos="55000">
                <a:srgbClr val="0F172A">
                  <a:alpha val="55000"/>
                </a:srgbClr>
              </a:gs>
              <a:gs pos="100000">
                <a:srgbClr val="0F172A">
                  <a:alpha val="15000"/>
                </a:srgbClr>
              </a:gs>
            </a:gsLst>
            <a:lin ang="0"/>
          </a:gradFill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1100"/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5F74D23-8C29-44DD-A1C1-07F7C2EC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1047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marL="0" indent="0" algn="l">
              <a:lnSpc>
                <a:spcPct val="125000"/>
              </a:lnSpc>
              <a:buNone/>
              <a:defRPr sz="60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6000" b="1" i="0" u="none" strike="noStrike">
                <a:solidFill>
                  <a:srgbClr val="FFFFFF"/>
                </a:solidFill>
                <a:effectLst>
                  <a:outerShdw blurRad="114300" dist="25400" dir="2700000">
                    <a:srgbClr val="000000">
                      <a:alpha val="40000"/>
                    </a:srgbClr>
                  </a:outerShdw>
                </a:effectLst>
                <a:latin typeface="Source Han Sans SC Heavy"/>
                <a:ea typeface="Source Han Sans SC Heavy"/>
                <a:cs typeface="Source Han Sans SC Heavy"/>
              </a:rPr>
              <a:t>把经验变成 AI 生产力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5FE8D02-ED11-4CE6-BBE7-2407ED58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6707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E7F1F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marL="0" indent="0" algn="l">
              <a:lnSpc>
                <a:spcPct val="142000"/>
              </a:lnSpc>
              <a:buNone/>
              <a:defRPr sz="2400" b="0">
                <a:solidFill>
                  <a:srgbClr val="E7F1F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b="0" i="0" u="none" strike="noStrike">
                <a:solidFill>
                  <a:srgbClr val="E7F1F5"/>
                </a:solidFill>
                <a:latin typeface="Source Han Sans SC"/>
                <a:ea typeface="Source Han Sans SC"/>
                <a:cs typeface="Source Han Sans SC"/>
              </a:rPr>
              <a:t>人人都能做出自己的 Skill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61EDFAF5-26AB-430B-8AEB-F78F6EAD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495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757BA559-690E-40C4-8E82-3EB9DDE2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00500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 b="1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80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</a:rPr>
              <a:t>AI 时代的手艺传承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3FFCC41-1EB4-4B35-9788-53516789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D6E3E9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400" b="0">
                <a:solidFill>
                  <a:srgbClr val="D6E3E9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00" b="0" i="0" u="none" strike="noStrike">
                <a:solidFill>
                  <a:srgbClr val="D6E3E9"/>
                </a:solidFill>
                <a:latin typeface="Source Han Sans SC"/>
                <a:ea typeface="Source Han Sans SC"/>
                <a:cs typeface="Source Han Sans SC"/>
              </a:rPr>
              <a:t>讲师：吴河图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73E6C66-560F-4C44-A067-35846258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05500"/>
            <a:ext cx="57404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5569">
              <a:alpha val="100000"/>
            </a:srgbClr>
          </a:solidFill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1100"/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087C35D-8F71-431A-986B-863B24D1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674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D6E3E9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400" b="0">
                <a:solidFill>
                  <a:srgbClr val="D6E3E9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00" b="0" i="0" u="none" strike="noStrike">
                <a:solidFill>
                  <a:srgbClr val="D6E3E9"/>
                </a:solidFill>
                <a:latin typeface="Source Han Sans SC"/>
                <a:ea typeface="Source Han Sans SC"/>
                <a:cs typeface="Source Han Sans SC"/>
              </a:rPr>
              <a:t>实操课程</a:t>
            </a:r>
            <a:endParaRPr sz="1100"/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1AFD1098-F0E3-48A8-B6F0-0EE4EF74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"/>
            <a:ext cx="66675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E5D7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2200" b="0">
                <a:solidFill>
                  <a:srgbClr val="8CE5D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 i="0" u="none" strike="noStrike">
                <a:solidFill>
                  <a:srgbClr val="8CE5D7"/>
                </a:solidFill>
                <a:latin typeface="Source Han Sans SC"/>
                <a:ea typeface="Source Han Sans SC"/>
                <a:cs typeface="Source Han Sans SC"/>
              </a:rPr>
              <a:t>AI 应用实操课</a:t>
            </a:r>
            <a:endParaRPr sz="1100"/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8515A-B16B-4EE0-8D94-7CFF639C12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76560252f4be9"/>
          <a:srcRect xmlns:a="http://schemas.openxmlformats.org/drawingml/2006/main" l="6406" t="23611" r="6406" b="23472"/>
          <a:stretch xmlns:a="http://schemas.openxmlformats.org/drawingml/2006/main"/>
        </p:blipFill>
        <p:spPr>
          <a:xfrm xmlns:a="http://schemas.openxmlformats.org/drawingml/2006/main">
            <a:off x="609600" y="6259820"/>
            <a:ext cx="1104900" cy="377210"/>
          </a:xfrm>
          <a:prstGeom xmlns:a="http://schemas.openxmlformats.org/drawingml/2006/main" prst="rect">
            <a:avLst/>
          </a:prstGeom>
        </p:spPr>
      </p:pic>
      <p:sp>
        <p:nvSpPr>
          <p:cNvPr id="16" name="unified-page-number">
            <a:extLst xmlns:a="http://schemas.openxmlformats.org/drawingml/2006/main">
              <a:ext uri="{FF2B5EF4-FFF2-40B4-BE49-F238E27FC236}">
                <a16:creationId xmlns:a16="http://schemas.microsoft.com/office/drawing/2014/main" id="{13A8880C-3C82-4A2C-89DF-A7E55ACA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436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rPr>
              <a:t>01 / 02</a:t>
            </a:r>
          </a:p>
        </p:txBody>
      </p:sp>
    </p:spTree>
    <p:extLst>
      <p:ext uri="{BB962C8B-B14F-4D97-AF65-F5344CB8AC3E}">
        <p14:creationId xmlns:p14="http://schemas.microsoft.com/office/powerpoint/2010/main" val="1885731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7C7BE501-2EED-4973-83CD-8BD32538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A4F6B">
                  <a:alpha val="95000"/>
                </a:srgbClr>
              </a:gs>
              <a:gs pos="50000">
                <a:srgbClr val="0A4F6B">
                  <a:alpha val="85000"/>
                </a:srgbClr>
              </a:gs>
              <a:gs pos="100000">
                <a:srgbClr val="5A7D8C">
                  <a:alpha val="75000"/>
                </a:srgbClr>
              </a:gs>
            </a:gsLst>
            <a:lin ang="2700000"/>
          </a:gradFill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1100"/>
          </a:p>
        </p:txBody>
      </p:sp>
      <p:pic>
        <p:nvPicPr>
          <p:cNvPr id="3" name="Picture 3">
            <a:extLst xmlns:a="http://schemas.openxmlformats.org/drawingml/2006/main">
              <a:ext uri="{FF2B5EF4-FFF2-40B4-BE49-F238E27FC236}">
                <a16:creationId xmlns:a16="http://schemas.microsoft.com/office/drawing/2014/main" id="{9BC9AABB-BA13-4A4D-AA93-2CF2418E75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3f0be1c664e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935" y="986155"/>
            <a:ext cx="3837940" cy="5871845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6569E5-32C1-44C7-8CE1-B68E2669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668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36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吴河图</a:t>
            </a:r>
            <a:endParaRPr sz="1100" b="1">
              <a:latin typeface="HYQiHeiKW 85S"/>
              <a:ea typeface="HYQiHeiKW 85S"/>
              <a:cs typeface="HYQiHeiKW 85S"/>
            </a:endParaRPr>
          </a:p>
        </p:txBody>
      </p:sp>
      <p:sp>
        <p:nvSpPr>
          <p:cNvPr id="5" name="fixed-profile-credential-1">
            <a:extLst xmlns:a="http://schemas.openxmlformats.org/drawingml/2006/main">
              <a:ext uri="{FF2B5EF4-FFF2-40B4-BE49-F238E27FC236}">
                <a16:creationId xmlns:a16="http://schemas.microsoft.com/office/drawing/2014/main" id="{DDA807BC-C358-42E6-88E8-78AC54F8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86050"/>
            <a:ext cx="5667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工信部工业文化发展中心认证</a:t>
            </a:r>
          </a:p>
          <a:p xmlns:a="http://schemas.openxmlformats.org/drawingml/2006/main">
            <a:pPr algn="l">
              <a:def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AIGC高级培训师</a:t>
            </a:r>
          </a:p>
        </p:txBody>
      </p:sp>
      <p:sp>
        <p:nvSpPr>
          <p:cNvPr id="6" name="fixed-profile-credential-2">
            <a:extLst xmlns:a="http://schemas.openxmlformats.org/drawingml/2006/main">
              <a:ext uri="{FF2B5EF4-FFF2-40B4-BE49-F238E27FC236}">
                <a16:creationId xmlns:a16="http://schemas.microsoft.com/office/drawing/2014/main" id="{6A7E5CD7-E534-46E3-AD04-6890C784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19500"/>
            <a:ext cx="5667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畅销书《社群学习》作者</a:t>
            </a:r>
          </a:p>
        </p:txBody>
      </p:sp>
      <p:sp>
        <p:nvSpPr>
          <p:cNvPr id="7" name="fixed-profile-credential-3">
            <a:extLst xmlns:a="http://schemas.openxmlformats.org/drawingml/2006/main">
              <a:ext uri="{FF2B5EF4-FFF2-40B4-BE49-F238E27FC236}">
                <a16:creationId xmlns:a16="http://schemas.microsoft.com/office/drawing/2014/main" id="{4BD34E0C-603A-47E4-96AC-9777E4C9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5667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东北大学数字经济专题培训讲师</a:t>
            </a:r>
          </a:p>
        </p:txBody>
      </p:sp>
      <p:sp>
        <p:nvSpPr>
          <p:cNvPr id="8" name="fixed-profile-credential-4">
            <a:extLst xmlns:a="http://schemas.openxmlformats.org/drawingml/2006/main">
              <a:ext uri="{FF2B5EF4-FFF2-40B4-BE49-F238E27FC236}">
                <a16:creationId xmlns:a16="http://schemas.microsoft.com/office/drawing/2014/main" id="{3346B7FC-19BA-4B44-99F5-C49C943F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05350"/>
            <a:ext cx="5667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帆书APP非凡精读馆讲书人</a:t>
            </a:r>
          </a:p>
        </p:txBody>
      </p:sp>
      <p:sp>
        <p:nvSpPr>
          <p:cNvPr id="9" name="fixed-profile-credential-5">
            <a:extLst xmlns:a="http://schemas.openxmlformats.org/drawingml/2006/main">
              <a:ext uri="{FF2B5EF4-FFF2-40B4-BE49-F238E27FC236}">
                <a16:creationId xmlns:a16="http://schemas.microsoft.com/office/drawing/2014/main" id="{EA36A4EA-BF9E-41F9-90DE-42D6A5C9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48275"/>
            <a:ext cx="5667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AI深度探索者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94323-18C1-4E4B-BB86-4E07DCFE85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c74b34a7649e5"/>
          <a:srcRect xmlns:a="http://schemas.openxmlformats.org/drawingml/2006/main" l="6406" t="23611" r="6406" b="23472"/>
          <a:stretch xmlns:a="http://schemas.openxmlformats.org/drawingml/2006/main"/>
        </p:blipFill>
        <p:spPr>
          <a:xfrm xmlns:a="http://schemas.openxmlformats.org/drawingml/2006/main">
            <a:off x="609600" y="6259820"/>
            <a:ext cx="1104900" cy="377210"/>
          </a:xfrm>
          <a:prstGeom xmlns:a="http://schemas.openxmlformats.org/drawingml/2006/main" prst="rect">
            <a:avLst/>
          </a:prstGeom>
        </p:spPr>
      </p:pic>
      <p:sp>
        <p:nvSpPr>
          <p:cNvPr id="11" name="unified-page-number">
            <a:extLst xmlns:a="http://schemas.openxmlformats.org/drawingml/2006/main">
              <a:ext uri="{FF2B5EF4-FFF2-40B4-BE49-F238E27FC236}">
                <a16:creationId xmlns:a16="http://schemas.microsoft.com/office/drawing/2014/main" id="{1118FE83-EBAD-49DB-A961-D823A04B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436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rPr>
              <a:t>02 / 02</a:t>
            </a:r>
          </a:p>
        </p:txBody>
      </p:sp>
    </p:spTree>
    <p:extLst>
      <p:ext uri="{BB962C8B-B14F-4D97-AF65-F5344CB8AC3E}">
        <p14:creationId xmlns:p14="http://schemas.microsoft.com/office/powerpoint/2010/main" val="10076036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2026-10-17T10:09:52.6220000Z</dcterms:created>
  <dcterms:modified xsi:type="dcterms:W3CDTF">2026-10-17T10:09:52.6220000Z</dcterms:modified>
</coreProperties>
</file>