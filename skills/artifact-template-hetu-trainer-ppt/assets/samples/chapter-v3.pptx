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172bbc9c8c4612" /><Relationship Type="http://schemas.openxmlformats.org/officeDocument/2006/relationships/extended-properties" Target="/docProps/app.xml" Id="R1f484e08b5cd4172" /><Relationship Type="http://schemas.openxmlformats.org/officeDocument/2006/relationships/officeDocument" Target="/ppt/presentation.xml" Id="Rfdc1151fe2cd42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8b3462dfd24b28"/>
  </p:sldMasterIdLst>
  <p:notesMasterIdLst>
    <p:notesMasterId xmlns:r="http://schemas.openxmlformats.org/officeDocument/2006/relationships" r:id="R6b295ecb2c5b452b"/>
  </p:notesMasterIdLst>
  <p:sldIdLst>
    <p:sldId xmlns:r="http://schemas.openxmlformats.org/officeDocument/2006/relationships" id="256" r:id="R7a0bfaef0e5e4d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085d00f7f3446e" /><Relationship Type="http://schemas.openxmlformats.org/officeDocument/2006/relationships/slideMaster" Target="/ppt/slideMasters/slideMaster1.xml" Id="Rb88b3462dfd24b28" /><Relationship Type="http://schemas.openxmlformats.org/officeDocument/2006/relationships/notesMaster" Target="/ppt/notesMasters/notesMaster1.xml" Id="R6b295ecb2c5b452b" /><Relationship Type="http://schemas.openxmlformats.org/officeDocument/2006/relationships/presProps" Target="/ppt/presProps.xml" Id="Rf8b3b283902f4d0e" /><Relationship Type="http://schemas.openxmlformats.org/officeDocument/2006/relationships/tableStyles" Target="/ppt/tableStyles.xml" Id="R98388dde943a4989" /><Relationship Type="http://schemas.openxmlformats.org/officeDocument/2006/relationships/slide" Target="/ppt/slides/slide1.xml" Id="R7a0bfaef0e5e4d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9d689e910148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bc7b838172464b" /><Relationship Type="http://schemas.openxmlformats.org/officeDocument/2006/relationships/notesMaster" Target="/ppt/notesMasters/notesMaster1.xml" Id="Reb348da9ebc646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提问：哪些做法来自你的经验？哪些步骤需要判断？背景中的书籍代表经验积累，连接的卡片代表执行步骤，菱形及分支代表需要明确的判断条件。图案用于解释本章主题。背景插画为此前生成并经用户选定的 AI 图像。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e6131810f4f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3e55ecdf5403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891451602443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0dc093a7945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623a8225db41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31c2c68574b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22A836-2AC8-4646-9693-B0425CBF06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1A03156-9C77-408F-B27F-82D589DC91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7DE62B-5CCA-4103-A71E-BE982F6DAD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EFCFAA-F1D4-4B9A-87DB-47C386BE1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BAEACEB-9951-4689-A3D1-F4B10D054F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A2D0D5-148A-4EC6-83D4-B8E2B412C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D56A38-D48A-4155-BFAE-372F01588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CB2ABD-1114-47EC-9835-2578BDFEC1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57357A-CF86-4313-8AA8-511903B4BA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10F447-C37C-44D8-8E9B-8CD73DDD46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8c1d32816d4e18" /><Relationship Type="http://schemas.openxmlformats.org/officeDocument/2006/relationships/slideLayout" Target="/ppt/slideLayouts/slideLayout1.xml" Id="Rc9721e0aacb546e5" /><Relationship Type="http://schemas.openxmlformats.org/officeDocument/2006/relationships/slideLayout" Target="/ppt/slideLayouts/slideLayout2.xml" Id="R7db7842a0aec42d4" /><Relationship Type="http://schemas.openxmlformats.org/officeDocument/2006/relationships/slideLayout" Target="/ppt/slideLayouts/slideLayout3.xml" Id="R3f25df41660945a2" /><Relationship Type="http://schemas.openxmlformats.org/officeDocument/2006/relationships/slideLayout" Target="/ppt/slideLayouts/slideLayout4.xml" Id="R5a4c021bf50d4dff" /><Relationship Type="http://schemas.openxmlformats.org/officeDocument/2006/relationships/slideLayout" Target="/ppt/slideLayouts/slideLayout5.xml" Id="Rfd6faea166904b92" /><Relationship Type="http://schemas.openxmlformats.org/officeDocument/2006/relationships/slideLayout" Target="/ppt/slideLayouts/slideLayout6.xml" Id="R78c5923aafd841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721e0aacb546e5"/>
    <p:sldLayoutId xmlns:r="http://schemas.openxmlformats.org/officeDocument/2006/relationships" id="2147483650" r:id="R7db7842a0aec42d4"/>
    <p:sldLayoutId xmlns:r="http://schemas.openxmlformats.org/officeDocument/2006/relationships" id="2147483651" r:id="R3f25df41660945a2"/>
    <p:sldLayoutId xmlns:r="http://schemas.openxmlformats.org/officeDocument/2006/relationships" id="2147483652" r:id="R5a4c021bf50d4dff"/>
    <p:sldLayoutId xmlns:r="http://schemas.openxmlformats.org/officeDocument/2006/relationships" id="2147483653" r:id="Rfd6faea166904b92"/>
    <p:sldLayoutId xmlns:r="http://schemas.openxmlformats.org/officeDocument/2006/relationships" id="2147483654" r:id="R78c5923aafd841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c9eec44c474b36" /><Relationship Type="http://schemas.openxmlformats.org/officeDocument/2006/relationships/image" Target="/ppt/media/image.png" Id="Re505a9819c39497f" /><Relationship Type="http://schemas.openxmlformats.org/officeDocument/2006/relationships/image" Target="/ppt/media/image2.png" Id="R9d6f750112784501" /><Relationship Type="http://schemas.openxmlformats.org/officeDocument/2006/relationships/notesSlide" Target="/ppt/notesSlides/notesSlide1.xml" Id="R717e04752f864de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D74EC-9517-446A-91A1-E6F2123E93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5a9819c3949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hapter-title">
            <a:extLst xmlns:a="http://schemas.openxmlformats.org/drawingml/2006/main">
              <a:ext uri="{FF2B5EF4-FFF2-40B4-BE49-F238E27FC236}">
                <a16:creationId xmlns:a16="http://schemas.microsoft.com/office/drawing/2014/main" id="{DC9CFAF4-072A-4E5D-ABDE-5AD316DD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defRPr>
            </a:defPPr>
          </a:lstStyle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5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</a:rPr>
              <a:t>拆解经验</a:t>
            </a:r>
          </a:p>
        </p:txBody>
      </p:sp>
      <p:sp>
        <p:nvSpPr>
          <p:cNvPr id="3" name="chapter-one-sentence">
            <a:extLst xmlns:a="http://schemas.openxmlformats.org/drawingml/2006/main">
              <a:ext uri="{FF2B5EF4-FFF2-40B4-BE49-F238E27FC236}">
                <a16:creationId xmlns:a16="http://schemas.microsoft.com/office/drawing/2014/main" id="{B1FA6B61-5F60-420A-9AF4-6ABF4A05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E7F1F5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E7F1F5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2400" b="0">
                <a:solidFill>
                  <a:srgbClr val="E7F1F5"/>
                </a:solidFill>
                <a:latin typeface="Source Han Sans SC"/>
                <a:ea typeface="Source Han Sans SC"/>
                <a:cs typeface="Source Han Sans SC"/>
              </a:rPr>
              <a:t>把经验整理成步骤与判断。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1348A-D397-4DA1-ACD4-3795D389F0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f750112784501"/>
          <a:srcRect xmlns:a="http://schemas.openxmlformats.org/drawingml/2006/main" l="6406" t="23611" r="6406" b="23472"/>
          <a:stretch xmlns:a="http://schemas.openxmlformats.org/drawingml/2006/main"/>
        </p:blipFill>
        <p:spPr>
          <a:xfrm xmlns:a="http://schemas.openxmlformats.org/drawingml/2006/main">
            <a:off x="609600" y="6259820"/>
            <a:ext cx="1104900" cy="377210"/>
          </a:xfrm>
          <a:prstGeom xmlns:a="http://schemas.openxmlformats.org/drawingml/2006/main" prst="rect">
            <a:avLst/>
          </a:prstGeom>
        </p:spPr>
      </p:pic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0F68D7-8206-46CB-9FEC-D82186B5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63436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100" b="0">
                <a:solidFill>
                  <a:srgbClr val="D3E4E8"/>
                </a:solidFill>
                <a:latin typeface="Source Han Sans SC"/>
                <a:ea typeface="Source Han Sans SC"/>
                <a:cs typeface="Source Han Sans SC"/>
              </a:defRPr>
            </a:defPPr>
          </a:lstStyle>
          <a:p xmlns:a="http://schemas.openxmlformats.org/drawingml/2006/main">
            <a:pPr algn="r">
              <a:buNone/>
              <a:defRPr sz="1100" b="0">
                <a:solidFill>
                  <a:srgbClr val="D3E4E8"/>
                </a:solidFill>
                <a:latin typeface="Source Han Sans SC"/>
                <a:ea typeface="Source Han Sans SC"/>
                <a:cs typeface="Source Han Sans SC"/>
              </a:defRPr>
            </a:pPr>
            <a:r>
              <a:rPr sz="1100" b="0">
                <a:solidFill>
                  <a:srgbClr val="D3E4E8"/>
                </a:solidFill>
                <a:latin typeface="Source Han Sans SC"/>
                <a:ea typeface="Source Han Sans SC"/>
                <a:cs typeface="Source Han Sans SC"/>
              </a:rPr>
              <a:t>01 / 01</a:t>
            </a:r>
          </a:p>
        </p:txBody>
      </p:sp>
    </p:spTree>
    <p:extLst>
      <p:ext uri="{BB962C8B-B14F-4D97-AF65-F5344CB8AC3E}">
        <p14:creationId xmlns:p14="http://schemas.microsoft.com/office/powerpoint/2010/main" val="1599902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2026-10-17T10:46:16.0670000Z</dcterms:created>
  <dcterms:modified xsi:type="dcterms:W3CDTF">2026-10-17T10:46:16.0670000Z</dcterms:modified>
</coreProperties>
</file>